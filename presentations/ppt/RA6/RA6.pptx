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9525" cap="flat">
              <a:solidFill>
                <a:srgbClr val="9E9E9E"/>
              </a:solidFill>
              <a:prstDash val="solid"/>
              <a:round/>
            </a:ln>
          </a:left>
          <a:right>
            <a:ln w="9525" cap="flat">
              <a:solidFill>
                <a:srgbClr val="9E9E9E"/>
              </a:solidFill>
              <a:prstDash val="solid"/>
              <a:round/>
            </a:ln>
          </a:right>
          <a:top>
            <a:ln w="9525" cap="flat">
              <a:solidFill>
                <a:srgbClr val="9E9E9E"/>
              </a:solidFill>
              <a:prstDash val="solid"/>
              <a:round/>
            </a:ln>
          </a:top>
          <a:bottom>
            <a:ln w="9525" cap="flat">
              <a:solidFill>
                <a:srgbClr val="9E9E9E"/>
              </a:solidFill>
              <a:prstDash val="solid"/>
              <a:round/>
            </a:ln>
          </a:bottom>
          <a:insideH>
            <a:ln w="9525" cap="flat">
              <a:solidFill>
                <a:srgbClr val="9E9E9E"/>
              </a:solidFill>
              <a:prstDash val="solid"/>
              <a:round/>
            </a:ln>
          </a:insideH>
          <a:insideV>
            <a:ln w="9525" cap="flat">
              <a:solidFill>
                <a:srgbClr val="9E9E9E"/>
              </a:solidFill>
              <a:prstDash val="solid"/>
              <a:round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ff" i="off">
        <a:fontRef idx="major">
          <a:srgbClr val="000000"/>
        </a:fontRef>
        <a:srgbClr val="000000"/>
      </a:tcTxStyle>
      <a:tcStyle>
        <a:tcBdr>
          <a:left>
            <a:ln w="9525" cap="flat">
              <a:solidFill>
                <a:srgbClr val="9E9E9E"/>
              </a:solidFill>
              <a:prstDash val="solid"/>
              <a:round/>
            </a:ln>
          </a:left>
          <a:right>
            <a:ln w="9525" cap="flat">
              <a:solidFill>
                <a:srgbClr val="9E9E9E"/>
              </a:solidFill>
              <a:prstDash val="solid"/>
              <a:round/>
            </a:ln>
          </a:right>
          <a:top>
            <a:ln w="9525" cap="flat">
              <a:solidFill>
                <a:srgbClr val="9E9E9E"/>
              </a:solidFill>
              <a:prstDash val="solid"/>
              <a:round/>
            </a:ln>
          </a:top>
          <a:bottom>
            <a:ln w="9525" cap="flat">
              <a:solidFill>
                <a:srgbClr val="9E9E9E"/>
              </a:solidFill>
              <a:prstDash val="solid"/>
              <a:round/>
            </a:ln>
          </a:bottom>
          <a:insideH>
            <a:ln w="9525" cap="flat">
              <a:solidFill>
                <a:srgbClr val="9E9E9E"/>
              </a:solidFill>
              <a:prstDash val="solid"/>
              <a:round/>
            </a:ln>
          </a:insideH>
          <a:insideV>
            <a:ln w="9525" cap="flat">
              <a:solidFill>
                <a:srgbClr val="9E9E9E"/>
              </a:solidFill>
              <a:prstDash val="solid"/>
              <a:round/>
            </a:ln>
          </a:insideV>
        </a:tcBdr>
        <a:fill>
          <a:noFill/>
        </a:fill>
      </a:tcStyle>
    </a:firstCol>
    <a:lastRow>
      <a:tcTxStyle b="off" i="off">
        <a:fontRef idx="major">
          <a:srgbClr val="000000"/>
        </a:fontRef>
        <a:srgbClr val="000000"/>
      </a:tcTxStyle>
      <a:tcStyle>
        <a:tcBdr>
          <a:left>
            <a:ln w="9525" cap="flat">
              <a:solidFill>
                <a:srgbClr val="9E9E9E"/>
              </a:solidFill>
              <a:prstDash val="solid"/>
              <a:round/>
            </a:ln>
          </a:left>
          <a:right>
            <a:ln w="9525" cap="flat">
              <a:solidFill>
                <a:srgbClr val="9E9E9E"/>
              </a:solidFill>
              <a:prstDash val="solid"/>
              <a:round/>
            </a:ln>
          </a:right>
          <a:top>
            <a:ln w="9525" cap="flat">
              <a:solidFill>
                <a:srgbClr val="9E9E9E"/>
              </a:solidFill>
              <a:prstDash val="solid"/>
              <a:round/>
            </a:ln>
          </a:top>
          <a:bottom>
            <a:ln w="9525" cap="flat">
              <a:solidFill>
                <a:srgbClr val="9E9E9E"/>
              </a:solidFill>
              <a:prstDash val="solid"/>
              <a:round/>
            </a:ln>
          </a:bottom>
          <a:insideH>
            <a:ln w="9525" cap="flat">
              <a:solidFill>
                <a:srgbClr val="9E9E9E"/>
              </a:solidFill>
              <a:prstDash val="solid"/>
              <a:round/>
            </a:ln>
          </a:insideH>
          <a:insideV>
            <a:ln w="9525" cap="flat">
              <a:solidFill>
                <a:srgbClr val="9E9E9E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ff" i="off">
        <a:fontRef idx="major">
          <a:srgbClr val="000000"/>
        </a:fontRef>
        <a:srgbClr val="000000"/>
      </a:tcTxStyle>
      <a:tcStyle>
        <a:tcBdr>
          <a:left>
            <a:ln w="9525" cap="flat">
              <a:solidFill>
                <a:srgbClr val="9E9E9E"/>
              </a:solidFill>
              <a:prstDash val="solid"/>
              <a:round/>
            </a:ln>
          </a:left>
          <a:right>
            <a:ln w="9525" cap="flat">
              <a:solidFill>
                <a:srgbClr val="9E9E9E"/>
              </a:solidFill>
              <a:prstDash val="solid"/>
              <a:round/>
            </a:ln>
          </a:right>
          <a:top>
            <a:ln w="9525" cap="flat">
              <a:solidFill>
                <a:srgbClr val="9E9E9E"/>
              </a:solidFill>
              <a:prstDash val="solid"/>
              <a:round/>
            </a:ln>
          </a:top>
          <a:bottom>
            <a:ln w="9525" cap="flat">
              <a:solidFill>
                <a:srgbClr val="9E9E9E"/>
              </a:solidFill>
              <a:prstDash val="solid"/>
              <a:round/>
            </a:ln>
          </a:bottom>
          <a:insideH>
            <a:ln w="9525" cap="flat">
              <a:solidFill>
                <a:srgbClr val="9E9E9E"/>
              </a:solidFill>
              <a:prstDash val="solid"/>
              <a:round/>
            </a:ln>
          </a:insideH>
          <a:insideV>
            <a:ln w="9525" cap="flat">
              <a:solidFill>
                <a:srgbClr val="9E9E9E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8FB"/>
          </a:solidFill>
        </a:fill>
      </a:tcStyle>
    </a:wholeTbl>
    <a:band2H>
      <a:tcTxStyle b="def" i="def"/>
      <a:tcStyle>
        <a:tcBdr/>
        <a:fill>
          <a:solidFill>
            <a:srgbClr val="E8EDFD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5DBDE"/>
          </a:solidFill>
        </a:fill>
      </a:tcStyle>
    </a:wholeTbl>
    <a:band2H>
      <a:tcTxStyle b="def" i="def"/>
      <a:tcStyle>
        <a:tcBdr/>
        <a:fill>
          <a:solidFill>
            <a:srgbClr val="EBEEE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8FFCD"/>
          </a:solidFill>
        </a:fill>
      </a:tcStyle>
    </a:wholeTbl>
    <a:band2H>
      <a:tcTxStyle b="def" i="def"/>
      <a:tcStyle>
        <a:tcBdr/>
        <a:fill>
          <a:solidFill>
            <a:srgbClr val="FCFF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Shape 355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56" name="Shape 356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j-lt"/>
        <a:ea typeface="+mj-ea"/>
        <a:cs typeface="+mj-cs"/>
        <a:sym typeface="Arial"/>
      </a:defRPr>
    </a:lvl1pPr>
    <a:lvl2pPr indent="228600" latinLnBrk="0">
      <a:defRPr sz="1400">
        <a:latin typeface="+mj-lt"/>
        <a:ea typeface="+mj-ea"/>
        <a:cs typeface="+mj-cs"/>
        <a:sym typeface="Arial"/>
      </a:defRPr>
    </a:lvl2pPr>
    <a:lvl3pPr indent="457200" latinLnBrk="0">
      <a:defRPr sz="1400">
        <a:latin typeface="+mj-lt"/>
        <a:ea typeface="+mj-ea"/>
        <a:cs typeface="+mj-cs"/>
        <a:sym typeface="Arial"/>
      </a:defRPr>
    </a:lvl3pPr>
    <a:lvl4pPr indent="685800" latinLnBrk="0">
      <a:defRPr sz="1400">
        <a:latin typeface="+mj-lt"/>
        <a:ea typeface="+mj-ea"/>
        <a:cs typeface="+mj-cs"/>
        <a:sym typeface="Arial"/>
      </a:defRPr>
    </a:lvl4pPr>
    <a:lvl5pPr indent="914400" latinLnBrk="0">
      <a:defRPr sz="1400">
        <a:latin typeface="+mj-lt"/>
        <a:ea typeface="+mj-ea"/>
        <a:cs typeface="+mj-cs"/>
        <a:sym typeface="Arial"/>
      </a:defRPr>
    </a:lvl5pPr>
    <a:lvl6pPr indent="1143000" latinLnBrk="0">
      <a:defRPr sz="1400">
        <a:latin typeface="+mj-lt"/>
        <a:ea typeface="+mj-ea"/>
        <a:cs typeface="+mj-cs"/>
        <a:sym typeface="Arial"/>
      </a:defRPr>
    </a:lvl6pPr>
    <a:lvl7pPr indent="1371600" latinLnBrk="0">
      <a:defRPr sz="1400">
        <a:latin typeface="+mj-lt"/>
        <a:ea typeface="+mj-ea"/>
        <a:cs typeface="+mj-cs"/>
        <a:sym typeface="Arial"/>
      </a:defRPr>
    </a:lvl7pPr>
    <a:lvl8pPr indent="1600200" latinLnBrk="0">
      <a:defRPr sz="1400">
        <a:latin typeface="+mj-lt"/>
        <a:ea typeface="+mj-ea"/>
        <a:cs typeface="+mj-cs"/>
        <a:sym typeface="Arial"/>
      </a:defRPr>
    </a:lvl8pPr>
    <a:lvl9pPr indent="1828800" latinLnBrk="0">
      <a:defRPr sz="1400">
        <a:latin typeface="+mj-lt"/>
        <a:ea typeface="+mj-ea"/>
        <a:cs typeface="+mj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del títol"/>
          <p:cNvSpPr txBox="1"/>
          <p:nvPr>
            <p:ph type="title"/>
          </p:nvPr>
        </p:nvSpPr>
        <p:spPr>
          <a:xfrm>
            <a:off x="311708" y="744574"/>
            <a:ext cx="8520601" cy="2052601"/>
          </a:xfrm>
          <a:prstGeom prst="rect">
            <a:avLst/>
          </a:prstGeom>
        </p:spPr>
        <p:txBody>
          <a:bodyPr anchor="b"/>
          <a:lstStyle>
            <a:lvl1pPr algn="ctr">
              <a:defRPr sz="5200"/>
            </a:lvl1pPr>
          </a:lstStyle>
          <a:p>
            <a:pPr/>
            <a:r>
              <a:t>Text del títol</a:t>
            </a:r>
          </a:p>
        </p:txBody>
      </p:sp>
      <p:sp>
        <p:nvSpPr>
          <p:cNvPr id="12" name="Nivell del cos u…"/>
          <p:cNvSpPr txBox="1"/>
          <p:nvPr>
            <p:ph type="body" sz="quarter" idx="1"/>
          </p:nvPr>
        </p:nvSpPr>
        <p:spPr>
          <a:xfrm>
            <a:off x="311699" y="2834125"/>
            <a:ext cx="8520602" cy="792601"/>
          </a:xfrm>
          <a:prstGeom prst="rect">
            <a:avLst/>
          </a:prstGeom>
        </p:spPr>
        <p:txBody>
          <a:bodyPr/>
          <a:lstStyle>
            <a:lvl1pPr marL="342900" indent="-228600" algn="ctr">
              <a:lnSpc>
                <a:spcPct val="100000"/>
              </a:lnSpc>
              <a:buClrTx/>
              <a:buSzTx/>
              <a:buFontTx/>
              <a:buNone/>
              <a:defRPr sz="2800"/>
            </a:lvl1pPr>
            <a:lvl2pPr marL="342900" indent="254000" algn="ctr">
              <a:lnSpc>
                <a:spcPct val="100000"/>
              </a:lnSpc>
              <a:buClrTx/>
              <a:buSzTx/>
              <a:buFontTx/>
              <a:buNone/>
              <a:defRPr sz="2800"/>
            </a:lvl2pPr>
            <a:lvl3pPr marL="342900" indent="711200" algn="ctr">
              <a:lnSpc>
                <a:spcPct val="100000"/>
              </a:lnSpc>
              <a:buClrTx/>
              <a:buSzTx/>
              <a:buFontTx/>
              <a:buNone/>
              <a:defRPr sz="2800"/>
            </a:lvl3pPr>
            <a:lvl4pPr marL="342900" indent="1168400" algn="ctr">
              <a:lnSpc>
                <a:spcPct val="100000"/>
              </a:lnSpc>
              <a:buClrTx/>
              <a:buSzTx/>
              <a:buFontTx/>
              <a:buNone/>
              <a:defRPr sz="2800"/>
            </a:lvl4pPr>
            <a:lvl5pPr marL="342900" indent="1625600" algn="ctr">
              <a:lnSpc>
                <a:spcPct val="100000"/>
              </a:lnSpc>
              <a:buClrTx/>
              <a:buSzTx/>
              <a:buFontTx/>
              <a:buNone/>
              <a:defRPr sz="2800"/>
            </a:lvl5pPr>
          </a:lstStyle>
          <a:p>
            <a:pPr/>
            <a:r>
              <a:t>Nivell del cos u</a:t>
            </a:r>
          </a:p>
          <a:p>
            <a:pPr lvl="1"/>
            <a:r>
              <a:t>Nivell del cos dos</a:t>
            </a:r>
          </a:p>
          <a:p>
            <a:pPr lvl="2"/>
            <a:r>
              <a:t>Nivell del cos tres</a:t>
            </a:r>
          </a:p>
          <a:p>
            <a:pPr lvl="3"/>
            <a:r>
              <a:t>Nivell del cos quatre</a:t>
            </a:r>
          </a:p>
          <a:p>
            <a:pPr lvl="4"/>
            <a:r>
              <a:t>Nivell del cos cinc</a:t>
            </a:r>
          </a:p>
        </p:txBody>
      </p:sp>
      <p:sp>
        <p:nvSpPr>
          <p:cNvPr id="13" name="Número de la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del títol"/>
          <p:cNvSpPr txBox="1"/>
          <p:nvPr>
            <p:ph type="title"/>
          </p:nvPr>
        </p:nvSpPr>
        <p:spPr>
          <a:xfrm>
            <a:off x="311699" y="2150849"/>
            <a:ext cx="8520602" cy="841801"/>
          </a:xfrm>
          <a:prstGeom prst="rect">
            <a:avLst/>
          </a:prstGeom>
        </p:spPr>
        <p:txBody>
          <a:bodyPr anchor="ctr"/>
          <a:lstStyle>
            <a:lvl1pPr algn="ctr">
              <a:defRPr sz="3600"/>
            </a:lvl1pPr>
          </a:lstStyle>
          <a:p>
            <a:pPr/>
            <a:r>
              <a:t>Text del títol</a:t>
            </a:r>
          </a:p>
        </p:txBody>
      </p:sp>
      <p:sp>
        <p:nvSpPr>
          <p:cNvPr id="21" name="Número de la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del títol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 del títol</a:t>
            </a:r>
          </a:p>
        </p:txBody>
      </p:sp>
      <p:sp>
        <p:nvSpPr>
          <p:cNvPr id="29" name="Nivell del cos u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Nivell del cos u</a:t>
            </a:r>
          </a:p>
          <a:p>
            <a:pPr lvl="1"/>
            <a:r>
              <a:t>Nivell del cos dos</a:t>
            </a:r>
          </a:p>
          <a:p>
            <a:pPr lvl="2"/>
            <a:r>
              <a:t>Nivell del cos tres</a:t>
            </a:r>
          </a:p>
          <a:p>
            <a:pPr lvl="3"/>
            <a:r>
              <a:t>Nivell del cos quatre</a:t>
            </a:r>
          </a:p>
          <a:p>
            <a:pPr lvl="4"/>
            <a:r>
              <a:t>Nivell del cos cinc</a:t>
            </a:r>
          </a:p>
        </p:txBody>
      </p:sp>
      <p:sp>
        <p:nvSpPr>
          <p:cNvPr id="30" name="Número de la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del títol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 del títol</a:t>
            </a:r>
          </a:p>
        </p:txBody>
      </p:sp>
      <p:sp>
        <p:nvSpPr>
          <p:cNvPr id="38" name="Nivell del cos u…"/>
          <p:cNvSpPr txBox="1"/>
          <p:nvPr>
            <p:ph type="body" sz="half" idx="1"/>
          </p:nvPr>
        </p:nvSpPr>
        <p:spPr>
          <a:xfrm>
            <a:off x="311699" y="1152475"/>
            <a:ext cx="3999902" cy="3416400"/>
          </a:xfrm>
          <a:prstGeom prst="rect">
            <a:avLst/>
          </a:prstGeom>
        </p:spPr>
        <p:txBody>
          <a:bodyPr/>
          <a:lstStyle>
            <a:lvl1pPr indent="-317500">
              <a:buSzPts val="1400"/>
              <a:defRPr sz="1400"/>
            </a:lvl1pPr>
            <a:lvl2pPr marL="965200" indent="-355600">
              <a:buSzPts val="1400"/>
              <a:defRPr sz="1400"/>
            </a:lvl2pPr>
            <a:lvl3pPr marL="1422400" indent="-355600">
              <a:buSzPts val="1400"/>
              <a:defRPr sz="1400"/>
            </a:lvl3pPr>
            <a:lvl4pPr marL="1879600" indent="-355600">
              <a:buSzPts val="1400"/>
              <a:defRPr sz="1400"/>
            </a:lvl4pPr>
            <a:lvl5pPr marL="2336800" indent="-355600">
              <a:buSzPts val="1400"/>
              <a:defRPr sz="1400"/>
            </a:lvl5pPr>
          </a:lstStyle>
          <a:p>
            <a:pPr/>
            <a:r>
              <a:t>Nivell del cos u</a:t>
            </a:r>
          </a:p>
          <a:p>
            <a:pPr lvl="1"/>
            <a:r>
              <a:t>Nivell del cos dos</a:t>
            </a:r>
          </a:p>
          <a:p>
            <a:pPr lvl="2"/>
            <a:r>
              <a:t>Nivell del cos tres</a:t>
            </a:r>
          </a:p>
          <a:p>
            <a:pPr lvl="3"/>
            <a:r>
              <a:t>Nivell del cos quatre</a:t>
            </a:r>
          </a:p>
          <a:p>
            <a:pPr lvl="4"/>
            <a:r>
              <a:t>Nivell del cos cinc</a:t>
            </a:r>
          </a:p>
        </p:txBody>
      </p:sp>
      <p:sp>
        <p:nvSpPr>
          <p:cNvPr id="39" name="Google Shape;23;p5"/>
          <p:cNvSpPr txBox="1"/>
          <p:nvPr>
            <p:ph type="body" sz="half" idx="21"/>
          </p:nvPr>
        </p:nvSpPr>
        <p:spPr>
          <a:xfrm>
            <a:off x="4832399" y="1152475"/>
            <a:ext cx="3999902" cy="3416400"/>
          </a:xfrm>
          <a:prstGeom prst="rect">
            <a:avLst/>
          </a:prstGeom>
        </p:spPr>
        <p:txBody>
          <a:bodyPr/>
          <a:lstStyle/>
          <a:p>
            <a:pPr indent="-317500">
              <a:buSzPts val="1400"/>
              <a:defRPr sz="1400"/>
            </a:pPr>
          </a:p>
        </p:txBody>
      </p:sp>
      <p:sp>
        <p:nvSpPr>
          <p:cNvPr id="40" name="Número de la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del títol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 del títol</a:t>
            </a:r>
          </a:p>
        </p:txBody>
      </p:sp>
      <p:sp>
        <p:nvSpPr>
          <p:cNvPr id="48" name="Número de la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 del títol"/>
          <p:cNvSpPr txBox="1"/>
          <p:nvPr>
            <p:ph type="title"/>
          </p:nvPr>
        </p:nvSpPr>
        <p:spPr>
          <a:xfrm>
            <a:off x="311699" y="555600"/>
            <a:ext cx="2808001" cy="7557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pPr/>
            <a:r>
              <a:t>Text del títol</a:t>
            </a:r>
          </a:p>
        </p:txBody>
      </p:sp>
      <p:sp>
        <p:nvSpPr>
          <p:cNvPr id="56" name="Nivell del cos u…"/>
          <p:cNvSpPr txBox="1"/>
          <p:nvPr>
            <p:ph type="body" sz="quarter" idx="1"/>
          </p:nvPr>
        </p:nvSpPr>
        <p:spPr>
          <a:xfrm>
            <a:off x="311699" y="1389599"/>
            <a:ext cx="2808001" cy="3179401"/>
          </a:xfrm>
          <a:prstGeom prst="rect">
            <a:avLst/>
          </a:prstGeom>
        </p:spPr>
        <p:txBody>
          <a:bodyPr/>
          <a:lstStyle>
            <a:lvl1pPr indent="-304800">
              <a:buSzPts val="1200"/>
              <a:defRPr sz="1200"/>
            </a:lvl1pPr>
            <a:lvl2pPr marL="914400" indent="-304800">
              <a:buSzPts val="1200"/>
              <a:defRPr sz="1200"/>
            </a:lvl2pPr>
            <a:lvl3pPr marL="1371600" indent="-304800">
              <a:buSzPts val="1200"/>
              <a:defRPr sz="1200"/>
            </a:lvl3pPr>
            <a:lvl4pPr marL="1828800" indent="-304800">
              <a:buSzPts val="1200"/>
              <a:defRPr sz="1200"/>
            </a:lvl4pPr>
            <a:lvl5pPr marL="2286000" indent="-304800">
              <a:buSzPts val="1200"/>
              <a:defRPr sz="1200"/>
            </a:lvl5pPr>
          </a:lstStyle>
          <a:p>
            <a:pPr/>
            <a:r>
              <a:t>Nivell del cos u</a:t>
            </a:r>
          </a:p>
          <a:p>
            <a:pPr lvl="1"/>
            <a:r>
              <a:t>Nivell del cos dos</a:t>
            </a:r>
          </a:p>
          <a:p>
            <a:pPr lvl="2"/>
            <a:r>
              <a:t>Nivell del cos tres</a:t>
            </a:r>
          </a:p>
          <a:p>
            <a:pPr lvl="3"/>
            <a:r>
              <a:t>Nivell del cos quatre</a:t>
            </a:r>
          </a:p>
          <a:p>
            <a:pPr lvl="4"/>
            <a:r>
              <a:t>Nivell del cos cinc</a:t>
            </a:r>
          </a:p>
        </p:txBody>
      </p:sp>
      <p:sp>
        <p:nvSpPr>
          <p:cNvPr id="57" name="Número de la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 del títol"/>
          <p:cNvSpPr txBox="1"/>
          <p:nvPr>
            <p:ph type="title"/>
          </p:nvPr>
        </p:nvSpPr>
        <p:spPr>
          <a:xfrm>
            <a:off x="490250" y="450149"/>
            <a:ext cx="6367801" cy="4090801"/>
          </a:xfrm>
          <a:prstGeom prst="rect">
            <a:avLst/>
          </a:prstGeom>
        </p:spPr>
        <p:txBody>
          <a:bodyPr anchor="ctr"/>
          <a:lstStyle>
            <a:lvl1pPr>
              <a:defRPr sz="4800"/>
            </a:lvl1pPr>
          </a:lstStyle>
          <a:p>
            <a:pPr/>
            <a:r>
              <a:t>Text del títol</a:t>
            </a:r>
          </a:p>
        </p:txBody>
      </p:sp>
      <p:sp>
        <p:nvSpPr>
          <p:cNvPr id="65" name="Número de la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36;p9"/>
          <p:cNvSpPr/>
          <p:nvPr/>
        </p:nvSpPr>
        <p:spPr>
          <a:xfrm>
            <a:off x="4572000" y="-125"/>
            <a:ext cx="4572000" cy="5143501"/>
          </a:xfrm>
          <a:prstGeom prst="rect">
            <a:avLst/>
          </a:prstGeom>
          <a:solidFill>
            <a:srgbClr val="EEEEEE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73" name="Text del títol"/>
          <p:cNvSpPr txBox="1"/>
          <p:nvPr>
            <p:ph type="title"/>
          </p:nvPr>
        </p:nvSpPr>
        <p:spPr>
          <a:xfrm>
            <a:off x="265500" y="1233175"/>
            <a:ext cx="4045200" cy="1482301"/>
          </a:xfrm>
          <a:prstGeom prst="rect">
            <a:avLst/>
          </a:prstGeom>
        </p:spPr>
        <p:txBody>
          <a:bodyPr anchor="b"/>
          <a:lstStyle>
            <a:lvl1pPr algn="ctr">
              <a:defRPr sz="4200"/>
            </a:lvl1pPr>
          </a:lstStyle>
          <a:p>
            <a:pPr/>
            <a:r>
              <a:t>Text del títol</a:t>
            </a:r>
          </a:p>
        </p:txBody>
      </p:sp>
      <p:sp>
        <p:nvSpPr>
          <p:cNvPr id="74" name="Nivell del cos u…"/>
          <p:cNvSpPr txBox="1"/>
          <p:nvPr>
            <p:ph type="body" sz="quarter" idx="1"/>
          </p:nvPr>
        </p:nvSpPr>
        <p:spPr>
          <a:xfrm>
            <a:off x="265500" y="2803075"/>
            <a:ext cx="4045200" cy="1235101"/>
          </a:xfrm>
          <a:prstGeom prst="rect">
            <a:avLst/>
          </a:prstGeom>
        </p:spPr>
        <p:txBody>
          <a:bodyPr/>
          <a:lstStyle>
            <a:lvl1pPr marL="342900" indent="-228600" algn="ctr">
              <a:lnSpc>
                <a:spcPct val="100000"/>
              </a:lnSpc>
              <a:buClrTx/>
              <a:buSzTx/>
              <a:buFontTx/>
              <a:buNone/>
              <a:defRPr sz="2100"/>
            </a:lvl1pPr>
            <a:lvl2pPr marL="342900" indent="254000" algn="ctr">
              <a:lnSpc>
                <a:spcPct val="100000"/>
              </a:lnSpc>
              <a:buClrTx/>
              <a:buSzTx/>
              <a:buFontTx/>
              <a:buNone/>
              <a:defRPr sz="2100"/>
            </a:lvl2pPr>
            <a:lvl3pPr marL="342900" indent="711200" algn="ctr">
              <a:lnSpc>
                <a:spcPct val="100000"/>
              </a:lnSpc>
              <a:buClrTx/>
              <a:buSzTx/>
              <a:buFontTx/>
              <a:buNone/>
              <a:defRPr sz="2100"/>
            </a:lvl3pPr>
            <a:lvl4pPr marL="342900" indent="1168400" algn="ctr">
              <a:lnSpc>
                <a:spcPct val="100000"/>
              </a:lnSpc>
              <a:buClrTx/>
              <a:buSzTx/>
              <a:buFontTx/>
              <a:buNone/>
              <a:defRPr sz="2100"/>
            </a:lvl4pPr>
            <a:lvl5pPr marL="342900" indent="1625600" algn="ctr">
              <a:lnSpc>
                <a:spcPct val="100000"/>
              </a:lnSpc>
              <a:buClrTx/>
              <a:buSzTx/>
              <a:buFontTx/>
              <a:buNone/>
              <a:defRPr sz="2100"/>
            </a:lvl5pPr>
          </a:lstStyle>
          <a:p>
            <a:pPr/>
            <a:r>
              <a:t>Nivell del cos u</a:t>
            </a:r>
          </a:p>
          <a:p>
            <a:pPr lvl="1"/>
            <a:r>
              <a:t>Nivell del cos dos</a:t>
            </a:r>
          </a:p>
          <a:p>
            <a:pPr lvl="2"/>
            <a:r>
              <a:t>Nivell del cos tres</a:t>
            </a:r>
          </a:p>
          <a:p>
            <a:pPr lvl="3"/>
            <a:r>
              <a:t>Nivell del cos quatre</a:t>
            </a:r>
          </a:p>
          <a:p>
            <a:pPr lvl="4"/>
            <a:r>
              <a:t>Nivell del cos cinc</a:t>
            </a:r>
          </a:p>
        </p:txBody>
      </p:sp>
      <p:sp>
        <p:nvSpPr>
          <p:cNvPr id="75" name="Google Shape;39;p9"/>
          <p:cNvSpPr txBox="1"/>
          <p:nvPr>
            <p:ph type="body" sz="half" idx="21"/>
          </p:nvPr>
        </p:nvSpPr>
        <p:spPr>
          <a:xfrm>
            <a:off x="4939500" y="724074"/>
            <a:ext cx="3837000" cy="3695102"/>
          </a:xfrm>
          <a:prstGeom prst="rect">
            <a:avLst/>
          </a:prstGeom>
        </p:spPr>
        <p:txBody>
          <a:bodyPr anchor="ctr"/>
          <a:lstStyle/>
          <a:p>
            <a:pPr/>
          </a:p>
        </p:txBody>
      </p:sp>
      <p:sp>
        <p:nvSpPr>
          <p:cNvPr id="76" name="Número de la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Nivell del cos u…"/>
          <p:cNvSpPr txBox="1"/>
          <p:nvPr>
            <p:ph type="body" sz="quarter" idx="1"/>
          </p:nvPr>
        </p:nvSpPr>
        <p:spPr>
          <a:xfrm>
            <a:off x="311699" y="4230575"/>
            <a:ext cx="5998802" cy="605101"/>
          </a:xfrm>
          <a:prstGeom prst="rect">
            <a:avLst/>
          </a:prstGeom>
        </p:spPr>
        <p:txBody>
          <a:bodyPr anchor="ctr"/>
          <a:lstStyle>
            <a:lvl1pPr marL="228600" indent="0">
              <a:lnSpc>
                <a:spcPct val="100000"/>
              </a:lnSpc>
              <a:buClrTx/>
              <a:buSzTx/>
              <a:buFontTx/>
              <a:buNone/>
            </a:lvl1pPr>
            <a:lvl2pPr>
              <a:lnSpc>
                <a:spcPct val="100000"/>
              </a:lnSpc>
              <a:buClrTx/>
              <a:buFontTx/>
            </a:lvl2pPr>
            <a:lvl3pPr>
              <a:lnSpc>
                <a:spcPct val="100000"/>
              </a:lnSpc>
              <a:buClrTx/>
              <a:buFontTx/>
            </a:lvl3pPr>
            <a:lvl4pPr>
              <a:lnSpc>
                <a:spcPct val="100000"/>
              </a:lnSpc>
              <a:buClrTx/>
              <a:buFontTx/>
            </a:lvl4pPr>
            <a:lvl5pPr>
              <a:lnSpc>
                <a:spcPct val="100000"/>
              </a:lnSpc>
              <a:buClrTx/>
              <a:buFontTx/>
            </a:lvl5pPr>
          </a:lstStyle>
          <a:p>
            <a:pPr/>
            <a:r>
              <a:t>Nivell del cos u</a:t>
            </a:r>
          </a:p>
          <a:p>
            <a:pPr lvl="1"/>
            <a:r>
              <a:t>Nivell del cos dos</a:t>
            </a:r>
          </a:p>
          <a:p>
            <a:pPr lvl="2"/>
            <a:r>
              <a:t>Nivell del cos tres</a:t>
            </a:r>
          </a:p>
          <a:p>
            <a:pPr lvl="3"/>
            <a:r>
              <a:t>Nivell del cos quatre</a:t>
            </a:r>
          </a:p>
          <a:p>
            <a:pPr lvl="4"/>
            <a:r>
              <a:t>Nivell del cos cinc</a:t>
            </a:r>
          </a:p>
        </p:txBody>
      </p:sp>
      <p:sp>
        <p:nvSpPr>
          <p:cNvPr id="84" name="Número de la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xx%"/>
          <p:cNvSpPr txBox="1"/>
          <p:nvPr>
            <p:ph type="title" hasCustomPrompt="1"/>
          </p:nvPr>
        </p:nvSpPr>
        <p:spPr>
          <a:xfrm>
            <a:off x="311699" y="1106125"/>
            <a:ext cx="8520602" cy="1963500"/>
          </a:xfrm>
          <a:prstGeom prst="rect">
            <a:avLst/>
          </a:prstGeom>
        </p:spPr>
        <p:txBody>
          <a:bodyPr anchor="b"/>
          <a:lstStyle>
            <a:lvl1pPr algn="ctr">
              <a:defRPr sz="12000"/>
            </a:lvl1pPr>
          </a:lstStyle>
          <a:p>
            <a:pPr/>
            <a:r>
              <a:t>xx%</a:t>
            </a:r>
          </a:p>
        </p:txBody>
      </p:sp>
      <p:sp>
        <p:nvSpPr>
          <p:cNvPr id="92" name="Nivell del cos u…"/>
          <p:cNvSpPr txBox="1"/>
          <p:nvPr>
            <p:ph type="body" sz="half" idx="1"/>
          </p:nvPr>
        </p:nvSpPr>
        <p:spPr>
          <a:xfrm>
            <a:off x="311699" y="3152225"/>
            <a:ext cx="8520602" cy="130080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algn="ctr"/>
          </a:lstStyle>
          <a:p>
            <a:pPr/>
            <a:r>
              <a:t>Nivell del cos u</a:t>
            </a:r>
          </a:p>
          <a:p>
            <a:pPr lvl="1"/>
            <a:r>
              <a:t>Nivell del cos dos</a:t>
            </a:r>
          </a:p>
          <a:p>
            <a:pPr lvl="2"/>
            <a:r>
              <a:t>Nivell del cos tres</a:t>
            </a:r>
          </a:p>
          <a:p>
            <a:pPr lvl="3"/>
            <a:r>
              <a:t>Nivell del cos quatre</a:t>
            </a:r>
          </a:p>
          <a:p>
            <a:pPr lvl="4"/>
            <a:r>
              <a:t>Nivell del cos cinc</a:t>
            </a:r>
          </a:p>
        </p:txBody>
      </p:sp>
      <p:sp>
        <p:nvSpPr>
          <p:cNvPr id="93" name="Número de la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Número de la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 del títol"/>
          <p:cNvSpPr txBox="1"/>
          <p:nvPr>
            <p:ph type="title"/>
          </p:nvPr>
        </p:nvSpPr>
        <p:spPr>
          <a:xfrm>
            <a:off x="666750" y="862012"/>
            <a:ext cx="7810500" cy="1743001"/>
          </a:xfrm>
          <a:prstGeom prst="rect">
            <a:avLst/>
          </a:prstGeom>
        </p:spPr>
        <p:txBody>
          <a:bodyPr lIns="19050" tIns="19050" rIns="19050" bIns="19050" anchor="b"/>
          <a:lstStyle>
            <a:lvl1pPr algn="ctr">
              <a:buClr>
                <a:srgbClr val="000000"/>
              </a:buClr>
              <a:buSzPts val="500"/>
              <a:buFont typeface="Arial"/>
              <a:buChar char="●"/>
              <a:defRPr sz="500"/>
            </a:lvl1pPr>
          </a:lstStyle>
          <a:p>
            <a:pPr/>
            <a:r>
              <a:t>Text del títol</a:t>
            </a:r>
          </a:p>
        </p:txBody>
      </p:sp>
      <p:sp>
        <p:nvSpPr>
          <p:cNvPr id="108" name="Nivell del cos u…"/>
          <p:cNvSpPr txBox="1"/>
          <p:nvPr>
            <p:ph type="body" sz="quarter" idx="1"/>
          </p:nvPr>
        </p:nvSpPr>
        <p:spPr>
          <a:xfrm>
            <a:off x="666750" y="2652713"/>
            <a:ext cx="7810500" cy="595501"/>
          </a:xfrm>
          <a:prstGeom prst="rect">
            <a:avLst/>
          </a:prstGeom>
        </p:spPr>
        <p:txBody>
          <a:bodyPr lIns="19050" tIns="19050" rIns="19050" bIns="19050"/>
          <a:lstStyle>
            <a:lvl1pPr marL="228600" indent="0" algn="ctr">
              <a:lnSpc>
                <a:spcPct val="100000"/>
              </a:lnSpc>
              <a:buClrTx/>
              <a:buSzTx/>
              <a:buFontTx/>
              <a:buNone/>
              <a:defRPr sz="2000"/>
            </a:lvl1pPr>
            <a:lvl2pPr marL="228600" indent="457200" algn="ctr">
              <a:lnSpc>
                <a:spcPct val="100000"/>
              </a:lnSpc>
              <a:buClrTx/>
              <a:buSzTx/>
              <a:buFontTx/>
              <a:buNone/>
              <a:defRPr sz="2000"/>
            </a:lvl2pPr>
            <a:lvl3pPr marL="228600" indent="914400" algn="ctr">
              <a:lnSpc>
                <a:spcPct val="100000"/>
              </a:lnSpc>
              <a:buClrTx/>
              <a:buSzTx/>
              <a:buFontTx/>
              <a:buNone/>
              <a:defRPr sz="2000"/>
            </a:lvl3pPr>
            <a:lvl4pPr marL="228600" indent="1371600" algn="ctr">
              <a:lnSpc>
                <a:spcPct val="100000"/>
              </a:lnSpc>
              <a:buClrTx/>
              <a:buSzTx/>
              <a:buFontTx/>
              <a:buNone/>
              <a:defRPr sz="2000"/>
            </a:lvl4pPr>
            <a:lvl5pPr marL="228600" indent="1828800" algn="ctr">
              <a:lnSpc>
                <a:spcPct val="100000"/>
              </a:lnSpc>
              <a:buClrTx/>
              <a:buSzTx/>
              <a:buFontTx/>
              <a:buNone/>
              <a:defRPr sz="2000"/>
            </a:lvl5pPr>
          </a:lstStyle>
          <a:p>
            <a:pPr/>
            <a:r>
              <a:t>Nivell del cos u</a:t>
            </a:r>
          </a:p>
          <a:p>
            <a:pPr lvl="1"/>
            <a:r>
              <a:t>Nivell del cos dos</a:t>
            </a:r>
          </a:p>
          <a:p>
            <a:pPr lvl="2"/>
            <a:r>
              <a:t>Nivell del cos tres</a:t>
            </a:r>
          </a:p>
          <a:p>
            <a:pPr lvl="3"/>
            <a:r>
              <a:t>Nivell del cos quatre</a:t>
            </a:r>
          </a:p>
          <a:p>
            <a:pPr lvl="4"/>
            <a:r>
              <a:t>Nivell del cos cinc</a:t>
            </a:r>
          </a:p>
        </p:txBody>
      </p:sp>
      <p:sp>
        <p:nvSpPr>
          <p:cNvPr id="109" name="Número de la diapositiva"/>
          <p:cNvSpPr txBox="1"/>
          <p:nvPr>
            <p:ph type="sldNum" sz="quarter" idx="2"/>
          </p:nvPr>
        </p:nvSpPr>
        <p:spPr>
          <a:xfrm>
            <a:off x="4480736" y="4905375"/>
            <a:ext cx="177902" cy="174485"/>
          </a:xfrm>
          <a:prstGeom prst="rect">
            <a:avLst/>
          </a:prstGeom>
        </p:spPr>
        <p:txBody>
          <a:bodyPr lIns="19050" tIns="19050" rIns="19050" bIns="19050" anchor="t">
            <a:spAutoFit/>
          </a:bodyPr>
          <a:lstStyle>
            <a:lvl1pPr algn="ctr">
              <a:defRPr sz="9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 del títol"/>
          <p:cNvSpPr txBox="1"/>
          <p:nvPr>
            <p:ph type="title"/>
          </p:nvPr>
        </p:nvSpPr>
        <p:spPr>
          <a:xfrm>
            <a:off x="666750" y="862012"/>
            <a:ext cx="7810500" cy="1743001"/>
          </a:xfrm>
          <a:prstGeom prst="rect">
            <a:avLst/>
          </a:prstGeom>
        </p:spPr>
        <p:txBody>
          <a:bodyPr lIns="19050" tIns="19050" rIns="19050" bIns="19050" anchor="b"/>
          <a:lstStyle>
            <a:lvl1pPr algn="ctr">
              <a:buClr>
                <a:srgbClr val="000000"/>
              </a:buClr>
              <a:buSzPts val="500"/>
              <a:buFont typeface="Arial"/>
              <a:buChar char="●"/>
              <a:defRPr sz="500"/>
            </a:lvl1pPr>
          </a:lstStyle>
          <a:p>
            <a:pPr/>
            <a:r>
              <a:t>Text del títol</a:t>
            </a:r>
          </a:p>
        </p:txBody>
      </p:sp>
      <p:sp>
        <p:nvSpPr>
          <p:cNvPr id="117" name="Nivell del cos u…"/>
          <p:cNvSpPr txBox="1"/>
          <p:nvPr>
            <p:ph type="body" sz="quarter" idx="1"/>
          </p:nvPr>
        </p:nvSpPr>
        <p:spPr>
          <a:xfrm>
            <a:off x="666750" y="2652713"/>
            <a:ext cx="7810500" cy="595501"/>
          </a:xfrm>
          <a:prstGeom prst="rect">
            <a:avLst/>
          </a:prstGeom>
        </p:spPr>
        <p:txBody>
          <a:bodyPr lIns="19050" tIns="19050" rIns="19050" bIns="19050"/>
          <a:lstStyle>
            <a:lvl1pPr marL="228600" indent="0" algn="ctr">
              <a:lnSpc>
                <a:spcPct val="100000"/>
              </a:lnSpc>
              <a:buClrTx/>
              <a:buSzTx/>
              <a:buFontTx/>
              <a:buNone/>
              <a:defRPr sz="2000"/>
            </a:lvl1pPr>
            <a:lvl2pPr marL="228600" indent="457200" algn="ctr">
              <a:lnSpc>
                <a:spcPct val="100000"/>
              </a:lnSpc>
              <a:buClrTx/>
              <a:buSzTx/>
              <a:buFontTx/>
              <a:buNone/>
              <a:defRPr sz="2000"/>
            </a:lvl2pPr>
            <a:lvl3pPr marL="228600" indent="914400" algn="ctr">
              <a:lnSpc>
                <a:spcPct val="100000"/>
              </a:lnSpc>
              <a:buClrTx/>
              <a:buSzTx/>
              <a:buFontTx/>
              <a:buNone/>
              <a:defRPr sz="2000"/>
            </a:lvl3pPr>
            <a:lvl4pPr marL="228600" indent="1371600" algn="ctr">
              <a:lnSpc>
                <a:spcPct val="100000"/>
              </a:lnSpc>
              <a:buClrTx/>
              <a:buSzTx/>
              <a:buFontTx/>
              <a:buNone/>
              <a:defRPr sz="2000"/>
            </a:lvl4pPr>
            <a:lvl5pPr marL="228600" indent="1828800" algn="ctr">
              <a:lnSpc>
                <a:spcPct val="100000"/>
              </a:lnSpc>
              <a:buClrTx/>
              <a:buSzTx/>
              <a:buFontTx/>
              <a:buNone/>
              <a:defRPr sz="2000"/>
            </a:lvl5pPr>
          </a:lstStyle>
          <a:p>
            <a:pPr/>
            <a:r>
              <a:t>Nivell del cos u</a:t>
            </a:r>
          </a:p>
          <a:p>
            <a:pPr lvl="1"/>
            <a:r>
              <a:t>Nivell del cos dos</a:t>
            </a:r>
          </a:p>
          <a:p>
            <a:pPr lvl="2"/>
            <a:r>
              <a:t>Nivell del cos tres</a:t>
            </a:r>
          </a:p>
          <a:p>
            <a:pPr lvl="3"/>
            <a:r>
              <a:t>Nivell del cos quatre</a:t>
            </a:r>
          </a:p>
          <a:p>
            <a:pPr lvl="4"/>
            <a:r>
              <a:t>Nivell del cos cinc</a:t>
            </a:r>
          </a:p>
        </p:txBody>
      </p:sp>
      <p:sp>
        <p:nvSpPr>
          <p:cNvPr id="118" name="Número de la diapositiva"/>
          <p:cNvSpPr txBox="1"/>
          <p:nvPr>
            <p:ph type="sldNum" sz="quarter" idx="2"/>
          </p:nvPr>
        </p:nvSpPr>
        <p:spPr>
          <a:xfrm>
            <a:off x="4480736" y="4905375"/>
            <a:ext cx="177902" cy="174485"/>
          </a:xfrm>
          <a:prstGeom prst="rect">
            <a:avLst/>
          </a:prstGeom>
        </p:spPr>
        <p:txBody>
          <a:bodyPr lIns="19050" tIns="19050" rIns="19050" bIns="19050" anchor="t">
            <a:spAutoFit/>
          </a:bodyPr>
          <a:lstStyle>
            <a:lvl1pPr algn="ctr">
              <a:defRPr sz="9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59;p15"/>
          <p:cNvSpPr/>
          <p:nvPr>
            <p:ph type="pic" sz="half" idx="21"/>
          </p:nvPr>
        </p:nvSpPr>
        <p:spPr>
          <a:xfrm>
            <a:off x="432367" y="431176"/>
            <a:ext cx="4281001" cy="4281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Número de la diapositiva"/>
          <p:cNvSpPr txBox="1"/>
          <p:nvPr>
            <p:ph type="sldNum" sz="quarter" idx="2"/>
          </p:nvPr>
        </p:nvSpPr>
        <p:spPr>
          <a:xfrm>
            <a:off x="4419600" y="4608064"/>
            <a:ext cx="2133600" cy="318397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61;p16"/>
          <p:cNvSpPr/>
          <p:nvPr>
            <p:ph type="pic" sz="half" idx="21"/>
          </p:nvPr>
        </p:nvSpPr>
        <p:spPr>
          <a:xfrm>
            <a:off x="3438231" y="0"/>
            <a:ext cx="1902001" cy="51435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4" name="Google Shape;62;p16"/>
          <p:cNvSpPr/>
          <p:nvPr>
            <p:ph type="pic" sz="half" idx="22"/>
          </p:nvPr>
        </p:nvSpPr>
        <p:spPr>
          <a:xfrm>
            <a:off x="5340155" y="0"/>
            <a:ext cx="1902001" cy="51435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Google Shape;63;p16"/>
          <p:cNvSpPr/>
          <p:nvPr>
            <p:ph type="pic" sz="half" idx="23"/>
          </p:nvPr>
        </p:nvSpPr>
        <p:spPr>
          <a:xfrm>
            <a:off x="7242075" y="0"/>
            <a:ext cx="1902001" cy="51435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6" name="Número de la diapositiva"/>
          <p:cNvSpPr txBox="1"/>
          <p:nvPr>
            <p:ph type="sldNum" sz="quarter" idx="2"/>
          </p:nvPr>
        </p:nvSpPr>
        <p:spPr>
          <a:xfrm>
            <a:off x="4419600" y="4608064"/>
            <a:ext cx="2133600" cy="318397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 del títol"/>
          <p:cNvSpPr txBox="1"/>
          <p:nvPr>
            <p:ph type="title"/>
          </p:nvPr>
        </p:nvSpPr>
        <p:spPr>
          <a:xfrm>
            <a:off x="666750" y="862012"/>
            <a:ext cx="7810500" cy="1743001"/>
          </a:xfrm>
          <a:prstGeom prst="rect">
            <a:avLst/>
          </a:prstGeom>
        </p:spPr>
        <p:txBody>
          <a:bodyPr lIns="19050" tIns="19050" rIns="19050" bIns="19050" anchor="b"/>
          <a:lstStyle>
            <a:lvl1pPr algn="ctr">
              <a:buClr>
                <a:srgbClr val="000000"/>
              </a:buClr>
              <a:buSzPts val="500"/>
              <a:buFont typeface="Arial"/>
              <a:buChar char="●"/>
              <a:defRPr sz="500"/>
            </a:lvl1pPr>
          </a:lstStyle>
          <a:p>
            <a:pPr/>
            <a:r>
              <a:t>Text del títol</a:t>
            </a:r>
          </a:p>
        </p:txBody>
      </p:sp>
      <p:sp>
        <p:nvSpPr>
          <p:cNvPr id="144" name="Nivell del cos u…"/>
          <p:cNvSpPr txBox="1"/>
          <p:nvPr>
            <p:ph type="body" sz="quarter" idx="1"/>
          </p:nvPr>
        </p:nvSpPr>
        <p:spPr>
          <a:xfrm>
            <a:off x="666750" y="2652713"/>
            <a:ext cx="7810500" cy="595501"/>
          </a:xfrm>
          <a:prstGeom prst="rect">
            <a:avLst/>
          </a:prstGeom>
        </p:spPr>
        <p:txBody>
          <a:bodyPr lIns="19050" tIns="19050" rIns="19050" bIns="19050"/>
          <a:lstStyle>
            <a:lvl1pPr marL="228600" indent="0" algn="ctr">
              <a:lnSpc>
                <a:spcPct val="100000"/>
              </a:lnSpc>
              <a:buClrTx/>
              <a:buSzTx/>
              <a:buFontTx/>
              <a:buNone/>
              <a:defRPr sz="2000"/>
            </a:lvl1pPr>
            <a:lvl2pPr marL="228600" indent="457200" algn="ctr">
              <a:lnSpc>
                <a:spcPct val="100000"/>
              </a:lnSpc>
              <a:buClrTx/>
              <a:buSzTx/>
              <a:buFontTx/>
              <a:buNone/>
              <a:defRPr sz="2000"/>
            </a:lvl2pPr>
            <a:lvl3pPr marL="228600" indent="914400" algn="ctr">
              <a:lnSpc>
                <a:spcPct val="100000"/>
              </a:lnSpc>
              <a:buClrTx/>
              <a:buSzTx/>
              <a:buFontTx/>
              <a:buNone/>
              <a:defRPr sz="2000"/>
            </a:lvl3pPr>
            <a:lvl4pPr marL="228600" indent="1371600" algn="ctr">
              <a:lnSpc>
                <a:spcPct val="100000"/>
              </a:lnSpc>
              <a:buClrTx/>
              <a:buSzTx/>
              <a:buFontTx/>
              <a:buNone/>
              <a:defRPr sz="2000"/>
            </a:lvl4pPr>
            <a:lvl5pPr marL="228600" indent="1828800" algn="ctr">
              <a:lnSpc>
                <a:spcPct val="100000"/>
              </a:lnSpc>
              <a:buClrTx/>
              <a:buSzTx/>
              <a:buFontTx/>
              <a:buNone/>
              <a:defRPr sz="2000"/>
            </a:lvl5pPr>
          </a:lstStyle>
          <a:p>
            <a:pPr/>
            <a:r>
              <a:t>Nivell del cos u</a:t>
            </a:r>
          </a:p>
          <a:p>
            <a:pPr lvl="1"/>
            <a:r>
              <a:t>Nivell del cos dos</a:t>
            </a:r>
          </a:p>
          <a:p>
            <a:pPr lvl="2"/>
            <a:r>
              <a:t>Nivell del cos tres</a:t>
            </a:r>
          </a:p>
          <a:p>
            <a:pPr lvl="3"/>
            <a:r>
              <a:t>Nivell del cos quatre</a:t>
            </a:r>
          </a:p>
          <a:p>
            <a:pPr lvl="4"/>
            <a:r>
              <a:t>Nivell del cos cinc</a:t>
            </a:r>
          </a:p>
        </p:txBody>
      </p:sp>
      <p:sp>
        <p:nvSpPr>
          <p:cNvPr id="145" name="Número de la diapositiva"/>
          <p:cNvSpPr txBox="1"/>
          <p:nvPr>
            <p:ph type="sldNum" sz="quarter" idx="2"/>
          </p:nvPr>
        </p:nvSpPr>
        <p:spPr>
          <a:xfrm>
            <a:off x="4480736" y="4905375"/>
            <a:ext cx="177902" cy="174485"/>
          </a:xfrm>
          <a:prstGeom prst="rect">
            <a:avLst/>
          </a:prstGeom>
        </p:spPr>
        <p:txBody>
          <a:bodyPr lIns="19050" tIns="19050" rIns="19050" bIns="19050" anchor="t">
            <a:spAutoFit/>
          </a:bodyPr>
          <a:lstStyle>
            <a:lvl1pPr algn="ctr">
              <a:defRPr sz="9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ext del títol"/>
          <p:cNvSpPr txBox="1"/>
          <p:nvPr>
            <p:ph type="title"/>
          </p:nvPr>
        </p:nvSpPr>
        <p:spPr>
          <a:xfrm>
            <a:off x="666750" y="862012"/>
            <a:ext cx="7810500" cy="1743001"/>
          </a:xfrm>
          <a:prstGeom prst="rect">
            <a:avLst/>
          </a:prstGeom>
        </p:spPr>
        <p:txBody>
          <a:bodyPr lIns="19050" tIns="19050" rIns="19050" bIns="19050" anchor="b"/>
          <a:lstStyle>
            <a:lvl1pPr algn="ctr">
              <a:buClr>
                <a:srgbClr val="000000"/>
              </a:buClr>
              <a:buSzPts val="500"/>
              <a:buFont typeface="Arial"/>
              <a:buChar char="●"/>
              <a:defRPr sz="500"/>
            </a:lvl1pPr>
          </a:lstStyle>
          <a:p>
            <a:pPr/>
            <a:r>
              <a:t>Text del títol</a:t>
            </a:r>
          </a:p>
        </p:txBody>
      </p:sp>
      <p:sp>
        <p:nvSpPr>
          <p:cNvPr id="153" name="Nivell del cos u…"/>
          <p:cNvSpPr txBox="1"/>
          <p:nvPr>
            <p:ph type="body" sz="quarter" idx="1"/>
          </p:nvPr>
        </p:nvSpPr>
        <p:spPr>
          <a:xfrm>
            <a:off x="666750" y="2652713"/>
            <a:ext cx="7810500" cy="595501"/>
          </a:xfrm>
          <a:prstGeom prst="rect">
            <a:avLst/>
          </a:prstGeom>
        </p:spPr>
        <p:txBody>
          <a:bodyPr lIns="19050" tIns="19050" rIns="19050" bIns="19050"/>
          <a:lstStyle>
            <a:lvl1pPr marL="228600" indent="0" algn="ctr">
              <a:lnSpc>
                <a:spcPct val="100000"/>
              </a:lnSpc>
              <a:buClrTx/>
              <a:buSzTx/>
              <a:buFontTx/>
              <a:buNone/>
              <a:defRPr sz="2000"/>
            </a:lvl1pPr>
            <a:lvl2pPr marL="228600" indent="457200" algn="ctr">
              <a:lnSpc>
                <a:spcPct val="100000"/>
              </a:lnSpc>
              <a:buClrTx/>
              <a:buSzTx/>
              <a:buFontTx/>
              <a:buNone/>
              <a:defRPr sz="2000"/>
            </a:lvl2pPr>
            <a:lvl3pPr marL="228600" indent="914400" algn="ctr">
              <a:lnSpc>
                <a:spcPct val="100000"/>
              </a:lnSpc>
              <a:buClrTx/>
              <a:buSzTx/>
              <a:buFontTx/>
              <a:buNone/>
              <a:defRPr sz="2000"/>
            </a:lvl3pPr>
            <a:lvl4pPr marL="228600" indent="1371600" algn="ctr">
              <a:lnSpc>
                <a:spcPct val="100000"/>
              </a:lnSpc>
              <a:buClrTx/>
              <a:buSzTx/>
              <a:buFontTx/>
              <a:buNone/>
              <a:defRPr sz="2000"/>
            </a:lvl4pPr>
            <a:lvl5pPr marL="228600" indent="1828800" algn="ctr">
              <a:lnSpc>
                <a:spcPct val="100000"/>
              </a:lnSpc>
              <a:buClrTx/>
              <a:buSzTx/>
              <a:buFontTx/>
              <a:buNone/>
              <a:defRPr sz="2000"/>
            </a:lvl5pPr>
          </a:lstStyle>
          <a:p>
            <a:pPr/>
            <a:r>
              <a:t>Nivell del cos u</a:t>
            </a:r>
          </a:p>
          <a:p>
            <a:pPr lvl="1"/>
            <a:r>
              <a:t>Nivell del cos dos</a:t>
            </a:r>
          </a:p>
          <a:p>
            <a:pPr lvl="2"/>
            <a:r>
              <a:t>Nivell del cos tres</a:t>
            </a:r>
          </a:p>
          <a:p>
            <a:pPr lvl="3"/>
            <a:r>
              <a:t>Nivell del cos quatre</a:t>
            </a:r>
          </a:p>
          <a:p>
            <a:pPr lvl="4"/>
            <a:r>
              <a:t>Nivell del cos cinc</a:t>
            </a:r>
          </a:p>
        </p:txBody>
      </p:sp>
      <p:sp>
        <p:nvSpPr>
          <p:cNvPr id="154" name="Número de la diapositiva"/>
          <p:cNvSpPr txBox="1"/>
          <p:nvPr>
            <p:ph type="sldNum" sz="quarter" idx="2"/>
          </p:nvPr>
        </p:nvSpPr>
        <p:spPr>
          <a:xfrm>
            <a:off x="4480736" y="4905375"/>
            <a:ext cx="177902" cy="174485"/>
          </a:xfrm>
          <a:prstGeom prst="rect">
            <a:avLst/>
          </a:prstGeom>
        </p:spPr>
        <p:txBody>
          <a:bodyPr lIns="19050" tIns="19050" rIns="19050" bIns="19050" anchor="t">
            <a:spAutoFit/>
          </a:bodyPr>
          <a:lstStyle>
            <a:lvl1pPr algn="ctr">
              <a:defRPr sz="9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ext del títol"/>
          <p:cNvSpPr txBox="1"/>
          <p:nvPr>
            <p:ph type="title"/>
          </p:nvPr>
        </p:nvSpPr>
        <p:spPr>
          <a:xfrm>
            <a:off x="666750" y="862012"/>
            <a:ext cx="7810500" cy="1743001"/>
          </a:xfrm>
          <a:prstGeom prst="rect">
            <a:avLst/>
          </a:prstGeom>
        </p:spPr>
        <p:txBody>
          <a:bodyPr lIns="19050" tIns="19050" rIns="19050" bIns="19050" anchor="b"/>
          <a:lstStyle>
            <a:lvl1pPr algn="ctr">
              <a:buClr>
                <a:srgbClr val="000000"/>
              </a:buClr>
              <a:buSzPts val="500"/>
              <a:buFont typeface="Arial"/>
              <a:buChar char="●"/>
              <a:defRPr sz="500"/>
            </a:lvl1pPr>
          </a:lstStyle>
          <a:p>
            <a:pPr/>
            <a:r>
              <a:t>Text del títol</a:t>
            </a:r>
          </a:p>
        </p:txBody>
      </p:sp>
      <p:sp>
        <p:nvSpPr>
          <p:cNvPr id="162" name="Nivell del cos u…"/>
          <p:cNvSpPr txBox="1"/>
          <p:nvPr>
            <p:ph type="body" sz="quarter" idx="1"/>
          </p:nvPr>
        </p:nvSpPr>
        <p:spPr>
          <a:xfrm>
            <a:off x="666750" y="2652713"/>
            <a:ext cx="7810500" cy="595501"/>
          </a:xfrm>
          <a:prstGeom prst="rect">
            <a:avLst/>
          </a:prstGeom>
        </p:spPr>
        <p:txBody>
          <a:bodyPr lIns="19050" tIns="19050" rIns="19050" bIns="19050"/>
          <a:lstStyle>
            <a:lvl1pPr marL="228600" indent="0" algn="ctr">
              <a:lnSpc>
                <a:spcPct val="100000"/>
              </a:lnSpc>
              <a:buClrTx/>
              <a:buSzTx/>
              <a:buFontTx/>
              <a:buNone/>
              <a:defRPr sz="2000"/>
            </a:lvl1pPr>
            <a:lvl2pPr marL="228600" indent="457200" algn="ctr">
              <a:lnSpc>
                <a:spcPct val="100000"/>
              </a:lnSpc>
              <a:buClrTx/>
              <a:buSzTx/>
              <a:buFontTx/>
              <a:buNone/>
              <a:defRPr sz="2000"/>
            </a:lvl2pPr>
            <a:lvl3pPr marL="228600" indent="914400" algn="ctr">
              <a:lnSpc>
                <a:spcPct val="100000"/>
              </a:lnSpc>
              <a:buClrTx/>
              <a:buSzTx/>
              <a:buFontTx/>
              <a:buNone/>
              <a:defRPr sz="2000"/>
            </a:lvl3pPr>
            <a:lvl4pPr marL="228600" indent="1371600" algn="ctr">
              <a:lnSpc>
                <a:spcPct val="100000"/>
              </a:lnSpc>
              <a:buClrTx/>
              <a:buSzTx/>
              <a:buFontTx/>
              <a:buNone/>
              <a:defRPr sz="2000"/>
            </a:lvl4pPr>
            <a:lvl5pPr marL="228600" indent="1828800" algn="ctr">
              <a:lnSpc>
                <a:spcPct val="100000"/>
              </a:lnSpc>
              <a:buClrTx/>
              <a:buSzTx/>
              <a:buFontTx/>
              <a:buNone/>
              <a:defRPr sz="2000"/>
            </a:lvl5pPr>
          </a:lstStyle>
          <a:p>
            <a:pPr/>
            <a:r>
              <a:t>Nivell del cos u</a:t>
            </a:r>
          </a:p>
          <a:p>
            <a:pPr lvl="1"/>
            <a:r>
              <a:t>Nivell del cos dos</a:t>
            </a:r>
          </a:p>
          <a:p>
            <a:pPr lvl="2"/>
            <a:r>
              <a:t>Nivell del cos tres</a:t>
            </a:r>
          </a:p>
          <a:p>
            <a:pPr lvl="3"/>
            <a:r>
              <a:t>Nivell del cos quatre</a:t>
            </a:r>
          </a:p>
          <a:p>
            <a:pPr lvl="4"/>
            <a:r>
              <a:t>Nivell del cos cinc</a:t>
            </a:r>
          </a:p>
        </p:txBody>
      </p:sp>
      <p:sp>
        <p:nvSpPr>
          <p:cNvPr id="163" name="Número de la diapositiva"/>
          <p:cNvSpPr txBox="1"/>
          <p:nvPr>
            <p:ph type="sldNum" sz="quarter" idx="2"/>
          </p:nvPr>
        </p:nvSpPr>
        <p:spPr>
          <a:xfrm>
            <a:off x="4480736" y="4905375"/>
            <a:ext cx="177902" cy="174485"/>
          </a:xfrm>
          <a:prstGeom prst="rect">
            <a:avLst/>
          </a:prstGeom>
        </p:spPr>
        <p:txBody>
          <a:bodyPr lIns="19050" tIns="19050" rIns="19050" bIns="19050" anchor="t">
            <a:spAutoFit/>
          </a:bodyPr>
          <a:lstStyle>
            <a:lvl1pPr algn="ctr">
              <a:defRPr sz="9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ext del títol"/>
          <p:cNvSpPr txBox="1"/>
          <p:nvPr>
            <p:ph type="title"/>
          </p:nvPr>
        </p:nvSpPr>
        <p:spPr>
          <a:xfrm>
            <a:off x="666750" y="862012"/>
            <a:ext cx="7810500" cy="1743001"/>
          </a:xfrm>
          <a:prstGeom prst="rect">
            <a:avLst/>
          </a:prstGeom>
        </p:spPr>
        <p:txBody>
          <a:bodyPr lIns="19050" tIns="19050" rIns="19050" bIns="19050" anchor="b"/>
          <a:lstStyle>
            <a:lvl1pPr algn="ctr">
              <a:buClr>
                <a:srgbClr val="000000"/>
              </a:buClr>
              <a:buSzPts val="500"/>
              <a:buFont typeface="Arial"/>
              <a:buChar char="●"/>
              <a:defRPr sz="500"/>
            </a:lvl1pPr>
          </a:lstStyle>
          <a:p>
            <a:pPr/>
            <a:r>
              <a:t>Text del títol</a:t>
            </a:r>
          </a:p>
        </p:txBody>
      </p:sp>
      <p:sp>
        <p:nvSpPr>
          <p:cNvPr id="171" name="Nivell del cos u…"/>
          <p:cNvSpPr txBox="1"/>
          <p:nvPr>
            <p:ph type="body" sz="quarter" idx="1"/>
          </p:nvPr>
        </p:nvSpPr>
        <p:spPr>
          <a:xfrm>
            <a:off x="666750" y="2652713"/>
            <a:ext cx="7810500" cy="595501"/>
          </a:xfrm>
          <a:prstGeom prst="rect">
            <a:avLst/>
          </a:prstGeom>
        </p:spPr>
        <p:txBody>
          <a:bodyPr lIns="19050" tIns="19050" rIns="19050" bIns="19050"/>
          <a:lstStyle>
            <a:lvl1pPr marL="228600" indent="0" algn="ctr">
              <a:lnSpc>
                <a:spcPct val="100000"/>
              </a:lnSpc>
              <a:buClrTx/>
              <a:buSzTx/>
              <a:buFontTx/>
              <a:buNone/>
              <a:defRPr sz="2000"/>
            </a:lvl1pPr>
            <a:lvl2pPr marL="228600" indent="457200" algn="ctr">
              <a:lnSpc>
                <a:spcPct val="100000"/>
              </a:lnSpc>
              <a:buClrTx/>
              <a:buSzTx/>
              <a:buFontTx/>
              <a:buNone/>
              <a:defRPr sz="2000"/>
            </a:lvl2pPr>
            <a:lvl3pPr marL="228600" indent="914400" algn="ctr">
              <a:lnSpc>
                <a:spcPct val="100000"/>
              </a:lnSpc>
              <a:buClrTx/>
              <a:buSzTx/>
              <a:buFontTx/>
              <a:buNone/>
              <a:defRPr sz="2000"/>
            </a:lvl3pPr>
            <a:lvl4pPr marL="228600" indent="1371600" algn="ctr">
              <a:lnSpc>
                <a:spcPct val="100000"/>
              </a:lnSpc>
              <a:buClrTx/>
              <a:buSzTx/>
              <a:buFontTx/>
              <a:buNone/>
              <a:defRPr sz="2000"/>
            </a:lvl4pPr>
            <a:lvl5pPr marL="228600" indent="1828800" algn="ctr">
              <a:lnSpc>
                <a:spcPct val="100000"/>
              </a:lnSpc>
              <a:buClrTx/>
              <a:buSzTx/>
              <a:buFontTx/>
              <a:buNone/>
              <a:defRPr sz="2000"/>
            </a:lvl5pPr>
          </a:lstStyle>
          <a:p>
            <a:pPr/>
            <a:r>
              <a:t>Nivell del cos u</a:t>
            </a:r>
          </a:p>
          <a:p>
            <a:pPr lvl="1"/>
            <a:r>
              <a:t>Nivell del cos dos</a:t>
            </a:r>
          </a:p>
          <a:p>
            <a:pPr lvl="2"/>
            <a:r>
              <a:t>Nivell del cos tres</a:t>
            </a:r>
          </a:p>
          <a:p>
            <a:pPr lvl="3"/>
            <a:r>
              <a:t>Nivell del cos quatre</a:t>
            </a:r>
          </a:p>
          <a:p>
            <a:pPr lvl="4"/>
            <a:r>
              <a:t>Nivell del cos cinc</a:t>
            </a:r>
          </a:p>
        </p:txBody>
      </p:sp>
      <p:sp>
        <p:nvSpPr>
          <p:cNvPr id="172" name="Número de la diapositiva"/>
          <p:cNvSpPr txBox="1"/>
          <p:nvPr>
            <p:ph type="sldNum" sz="quarter" idx="2"/>
          </p:nvPr>
        </p:nvSpPr>
        <p:spPr>
          <a:xfrm>
            <a:off x="4480736" y="4905375"/>
            <a:ext cx="177902" cy="174485"/>
          </a:xfrm>
          <a:prstGeom prst="rect">
            <a:avLst/>
          </a:prstGeom>
        </p:spPr>
        <p:txBody>
          <a:bodyPr lIns="19050" tIns="19050" rIns="19050" bIns="19050" anchor="t">
            <a:spAutoFit/>
          </a:bodyPr>
          <a:lstStyle>
            <a:lvl1pPr algn="ctr">
              <a:defRPr sz="9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Text del títol"/>
          <p:cNvSpPr txBox="1"/>
          <p:nvPr>
            <p:ph type="title"/>
          </p:nvPr>
        </p:nvSpPr>
        <p:spPr>
          <a:xfrm>
            <a:off x="666750" y="862012"/>
            <a:ext cx="7810500" cy="1743001"/>
          </a:xfrm>
          <a:prstGeom prst="rect">
            <a:avLst/>
          </a:prstGeom>
        </p:spPr>
        <p:txBody>
          <a:bodyPr lIns="19050" tIns="19050" rIns="19050" bIns="19050" anchor="b"/>
          <a:lstStyle>
            <a:lvl1pPr algn="ctr">
              <a:buClr>
                <a:srgbClr val="000000"/>
              </a:buClr>
              <a:buSzPts val="500"/>
              <a:buFont typeface="Arial"/>
              <a:buChar char="●"/>
              <a:defRPr sz="500"/>
            </a:lvl1pPr>
          </a:lstStyle>
          <a:p>
            <a:pPr/>
            <a:r>
              <a:t>Text del títol</a:t>
            </a:r>
          </a:p>
        </p:txBody>
      </p:sp>
      <p:sp>
        <p:nvSpPr>
          <p:cNvPr id="180" name="Nivell del cos u…"/>
          <p:cNvSpPr txBox="1"/>
          <p:nvPr>
            <p:ph type="body" sz="quarter" idx="1"/>
          </p:nvPr>
        </p:nvSpPr>
        <p:spPr>
          <a:xfrm>
            <a:off x="666750" y="2652713"/>
            <a:ext cx="7810500" cy="595501"/>
          </a:xfrm>
          <a:prstGeom prst="rect">
            <a:avLst/>
          </a:prstGeom>
        </p:spPr>
        <p:txBody>
          <a:bodyPr lIns="19050" tIns="19050" rIns="19050" bIns="19050"/>
          <a:lstStyle>
            <a:lvl1pPr marL="228600" indent="0" algn="ctr">
              <a:lnSpc>
                <a:spcPct val="100000"/>
              </a:lnSpc>
              <a:buClrTx/>
              <a:buSzTx/>
              <a:buFontTx/>
              <a:buNone/>
              <a:defRPr sz="2000"/>
            </a:lvl1pPr>
            <a:lvl2pPr marL="228600" indent="457200" algn="ctr">
              <a:lnSpc>
                <a:spcPct val="100000"/>
              </a:lnSpc>
              <a:buClrTx/>
              <a:buSzTx/>
              <a:buFontTx/>
              <a:buNone/>
              <a:defRPr sz="2000"/>
            </a:lvl2pPr>
            <a:lvl3pPr marL="228600" indent="914400" algn="ctr">
              <a:lnSpc>
                <a:spcPct val="100000"/>
              </a:lnSpc>
              <a:buClrTx/>
              <a:buSzTx/>
              <a:buFontTx/>
              <a:buNone/>
              <a:defRPr sz="2000"/>
            </a:lvl3pPr>
            <a:lvl4pPr marL="228600" indent="1371600" algn="ctr">
              <a:lnSpc>
                <a:spcPct val="100000"/>
              </a:lnSpc>
              <a:buClrTx/>
              <a:buSzTx/>
              <a:buFontTx/>
              <a:buNone/>
              <a:defRPr sz="2000"/>
            </a:lvl4pPr>
            <a:lvl5pPr marL="228600" indent="1828800" algn="ctr">
              <a:lnSpc>
                <a:spcPct val="100000"/>
              </a:lnSpc>
              <a:buClrTx/>
              <a:buSzTx/>
              <a:buFontTx/>
              <a:buNone/>
              <a:defRPr sz="2000"/>
            </a:lvl5pPr>
          </a:lstStyle>
          <a:p>
            <a:pPr/>
            <a:r>
              <a:t>Nivell del cos u</a:t>
            </a:r>
          </a:p>
          <a:p>
            <a:pPr lvl="1"/>
            <a:r>
              <a:t>Nivell del cos dos</a:t>
            </a:r>
          </a:p>
          <a:p>
            <a:pPr lvl="2"/>
            <a:r>
              <a:t>Nivell del cos tres</a:t>
            </a:r>
          </a:p>
          <a:p>
            <a:pPr lvl="3"/>
            <a:r>
              <a:t>Nivell del cos quatre</a:t>
            </a:r>
          </a:p>
          <a:p>
            <a:pPr lvl="4"/>
            <a:r>
              <a:t>Nivell del cos cinc</a:t>
            </a:r>
          </a:p>
        </p:txBody>
      </p:sp>
      <p:sp>
        <p:nvSpPr>
          <p:cNvPr id="181" name="Número de la diapositiva"/>
          <p:cNvSpPr txBox="1"/>
          <p:nvPr>
            <p:ph type="sldNum" sz="quarter" idx="2"/>
          </p:nvPr>
        </p:nvSpPr>
        <p:spPr>
          <a:xfrm>
            <a:off x="4480736" y="4905375"/>
            <a:ext cx="177902" cy="174485"/>
          </a:xfrm>
          <a:prstGeom prst="rect">
            <a:avLst/>
          </a:prstGeom>
        </p:spPr>
        <p:txBody>
          <a:bodyPr lIns="19050" tIns="19050" rIns="19050" bIns="19050" anchor="t">
            <a:spAutoFit/>
          </a:bodyPr>
          <a:lstStyle>
            <a:lvl1pPr algn="ctr">
              <a:defRPr sz="9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85;p22"/>
          <p:cNvSpPr/>
          <p:nvPr>
            <p:ph type="pic" sz="half" idx="21"/>
          </p:nvPr>
        </p:nvSpPr>
        <p:spPr>
          <a:xfrm>
            <a:off x="-2" y="-2"/>
            <a:ext cx="3641701" cy="51435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89" name="Número de la diapositiva"/>
          <p:cNvSpPr txBox="1"/>
          <p:nvPr>
            <p:ph type="sldNum" sz="quarter" idx="2"/>
          </p:nvPr>
        </p:nvSpPr>
        <p:spPr>
          <a:xfrm>
            <a:off x="4419600" y="4608064"/>
            <a:ext cx="2133600" cy="318397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Text del títol"/>
          <p:cNvSpPr txBox="1"/>
          <p:nvPr>
            <p:ph type="title"/>
          </p:nvPr>
        </p:nvSpPr>
        <p:spPr>
          <a:xfrm>
            <a:off x="666750" y="862012"/>
            <a:ext cx="7810500" cy="1743001"/>
          </a:xfrm>
          <a:prstGeom prst="rect">
            <a:avLst/>
          </a:prstGeom>
        </p:spPr>
        <p:txBody>
          <a:bodyPr lIns="19050" tIns="19050" rIns="19050" bIns="19050" anchor="b"/>
          <a:lstStyle>
            <a:lvl1pPr algn="ctr">
              <a:buClr>
                <a:srgbClr val="000000"/>
              </a:buClr>
              <a:buSzPts val="500"/>
              <a:buFont typeface="Arial"/>
              <a:buChar char="●"/>
              <a:defRPr sz="500"/>
            </a:lvl1pPr>
          </a:lstStyle>
          <a:p>
            <a:pPr/>
            <a:r>
              <a:t>Text del títol</a:t>
            </a:r>
          </a:p>
        </p:txBody>
      </p:sp>
      <p:sp>
        <p:nvSpPr>
          <p:cNvPr id="197" name="Nivell del cos u…"/>
          <p:cNvSpPr txBox="1"/>
          <p:nvPr>
            <p:ph type="body" sz="quarter" idx="1"/>
          </p:nvPr>
        </p:nvSpPr>
        <p:spPr>
          <a:xfrm>
            <a:off x="666750" y="2652713"/>
            <a:ext cx="7810500" cy="595501"/>
          </a:xfrm>
          <a:prstGeom prst="rect">
            <a:avLst/>
          </a:prstGeom>
        </p:spPr>
        <p:txBody>
          <a:bodyPr lIns="19050" tIns="19050" rIns="19050" bIns="19050"/>
          <a:lstStyle>
            <a:lvl1pPr marL="228600" indent="0" algn="ctr">
              <a:lnSpc>
                <a:spcPct val="100000"/>
              </a:lnSpc>
              <a:buClrTx/>
              <a:buSzTx/>
              <a:buFontTx/>
              <a:buNone/>
              <a:defRPr sz="2000"/>
            </a:lvl1pPr>
            <a:lvl2pPr marL="228600" indent="457200" algn="ctr">
              <a:lnSpc>
                <a:spcPct val="100000"/>
              </a:lnSpc>
              <a:buClrTx/>
              <a:buSzTx/>
              <a:buFontTx/>
              <a:buNone/>
              <a:defRPr sz="2000"/>
            </a:lvl2pPr>
            <a:lvl3pPr marL="228600" indent="914400" algn="ctr">
              <a:lnSpc>
                <a:spcPct val="100000"/>
              </a:lnSpc>
              <a:buClrTx/>
              <a:buSzTx/>
              <a:buFontTx/>
              <a:buNone/>
              <a:defRPr sz="2000"/>
            </a:lvl3pPr>
            <a:lvl4pPr marL="228600" indent="1371600" algn="ctr">
              <a:lnSpc>
                <a:spcPct val="100000"/>
              </a:lnSpc>
              <a:buClrTx/>
              <a:buSzTx/>
              <a:buFontTx/>
              <a:buNone/>
              <a:defRPr sz="2000"/>
            </a:lvl4pPr>
            <a:lvl5pPr marL="228600" indent="1828800" algn="ctr">
              <a:lnSpc>
                <a:spcPct val="100000"/>
              </a:lnSpc>
              <a:buClrTx/>
              <a:buSzTx/>
              <a:buFontTx/>
              <a:buNone/>
              <a:defRPr sz="2000"/>
            </a:lvl5pPr>
          </a:lstStyle>
          <a:p>
            <a:pPr/>
            <a:r>
              <a:t>Nivell del cos u</a:t>
            </a:r>
          </a:p>
          <a:p>
            <a:pPr lvl="1"/>
            <a:r>
              <a:t>Nivell del cos dos</a:t>
            </a:r>
          </a:p>
          <a:p>
            <a:pPr lvl="2"/>
            <a:r>
              <a:t>Nivell del cos tres</a:t>
            </a:r>
          </a:p>
          <a:p>
            <a:pPr lvl="3"/>
            <a:r>
              <a:t>Nivell del cos quatre</a:t>
            </a:r>
          </a:p>
          <a:p>
            <a:pPr lvl="4"/>
            <a:r>
              <a:t>Nivell del cos cinc</a:t>
            </a:r>
          </a:p>
        </p:txBody>
      </p:sp>
      <p:sp>
        <p:nvSpPr>
          <p:cNvPr id="198" name="Número de la diapositiva"/>
          <p:cNvSpPr txBox="1"/>
          <p:nvPr>
            <p:ph type="sldNum" sz="quarter" idx="2"/>
          </p:nvPr>
        </p:nvSpPr>
        <p:spPr>
          <a:xfrm>
            <a:off x="4480736" y="4905375"/>
            <a:ext cx="177902" cy="174485"/>
          </a:xfrm>
          <a:prstGeom prst="rect">
            <a:avLst/>
          </a:prstGeom>
        </p:spPr>
        <p:txBody>
          <a:bodyPr lIns="19050" tIns="19050" rIns="19050" bIns="19050" anchor="t">
            <a:spAutoFit/>
          </a:bodyPr>
          <a:lstStyle>
            <a:lvl1pPr algn="ctr">
              <a:defRPr sz="9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Text del títol"/>
          <p:cNvSpPr txBox="1"/>
          <p:nvPr>
            <p:ph type="title"/>
          </p:nvPr>
        </p:nvSpPr>
        <p:spPr>
          <a:xfrm>
            <a:off x="666750" y="862012"/>
            <a:ext cx="7810500" cy="1743001"/>
          </a:xfrm>
          <a:prstGeom prst="rect">
            <a:avLst/>
          </a:prstGeom>
        </p:spPr>
        <p:txBody>
          <a:bodyPr lIns="19050" tIns="19050" rIns="19050" bIns="19050" anchor="b"/>
          <a:lstStyle>
            <a:lvl1pPr algn="ctr">
              <a:buClr>
                <a:srgbClr val="000000"/>
              </a:buClr>
              <a:buSzPts val="500"/>
              <a:buFont typeface="Arial"/>
              <a:buChar char="●"/>
              <a:defRPr sz="500"/>
            </a:lvl1pPr>
          </a:lstStyle>
          <a:p>
            <a:pPr/>
            <a:r>
              <a:t>Text del títol</a:t>
            </a:r>
          </a:p>
        </p:txBody>
      </p:sp>
      <p:sp>
        <p:nvSpPr>
          <p:cNvPr id="206" name="Nivell del cos u…"/>
          <p:cNvSpPr txBox="1"/>
          <p:nvPr>
            <p:ph type="body" sz="quarter" idx="1"/>
          </p:nvPr>
        </p:nvSpPr>
        <p:spPr>
          <a:xfrm>
            <a:off x="666750" y="2652713"/>
            <a:ext cx="7810500" cy="595501"/>
          </a:xfrm>
          <a:prstGeom prst="rect">
            <a:avLst/>
          </a:prstGeom>
        </p:spPr>
        <p:txBody>
          <a:bodyPr lIns="19050" tIns="19050" rIns="19050" bIns="19050"/>
          <a:lstStyle>
            <a:lvl1pPr marL="228600" indent="0" algn="ctr">
              <a:lnSpc>
                <a:spcPct val="100000"/>
              </a:lnSpc>
              <a:buClrTx/>
              <a:buSzTx/>
              <a:buFontTx/>
              <a:buNone/>
              <a:defRPr sz="2000"/>
            </a:lvl1pPr>
            <a:lvl2pPr marL="228600" indent="457200" algn="ctr">
              <a:lnSpc>
                <a:spcPct val="100000"/>
              </a:lnSpc>
              <a:buClrTx/>
              <a:buSzTx/>
              <a:buFontTx/>
              <a:buNone/>
              <a:defRPr sz="2000"/>
            </a:lvl2pPr>
            <a:lvl3pPr marL="228600" indent="914400" algn="ctr">
              <a:lnSpc>
                <a:spcPct val="100000"/>
              </a:lnSpc>
              <a:buClrTx/>
              <a:buSzTx/>
              <a:buFontTx/>
              <a:buNone/>
              <a:defRPr sz="2000"/>
            </a:lvl3pPr>
            <a:lvl4pPr marL="228600" indent="1371600" algn="ctr">
              <a:lnSpc>
                <a:spcPct val="100000"/>
              </a:lnSpc>
              <a:buClrTx/>
              <a:buSzTx/>
              <a:buFontTx/>
              <a:buNone/>
              <a:defRPr sz="2000"/>
            </a:lvl4pPr>
            <a:lvl5pPr marL="228600" indent="1828800" algn="ctr">
              <a:lnSpc>
                <a:spcPct val="100000"/>
              </a:lnSpc>
              <a:buClrTx/>
              <a:buSzTx/>
              <a:buFontTx/>
              <a:buNone/>
              <a:defRPr sz="2000"/>
            </a:lvl5pPr>
          </a:lstStyle>
          <a:p>
            <a:pPr/>
            <a:r>
              <a:t>Nivell del cos u</a:t>
            </a:r>
          </a:p>
          <a:p>
            <a:pPr lvl="1"/>
            <a:r>
              <a:t>Nivell del cos dos</a:t>
            </a:r>
          </a:p>
          <a:p>
            <a:pPr lvl="2"/>
            <a:r>
              <a:t>Nivell del cos tres</a:t>
            </a:r>
          </a:p>
          <a:p>
            <a:pPr lvl="3"/>
            <a:r>
              <a:t>Nivell del cos quatre</a:t>
            </a:r>
          </a:p>
          <a:p>
            <a:pPr lvl="4"/>
            <a:r>
              <a:t>Nivell del cos cinc</a:t>
            </a:r>
          </a:p>
        </p:txBody>
      </p:sp>
      <p:sp>
        <p:nvSpPr>
          <p:cNvPr id="207" name="Número de la diapositiva"/>
          <p:cNvSpPr txBox="1"/>
          <p:nvPr>
            <p:ph type="sldNum" sz="quarter" idx="2"/>
          </p:nvPr>
        </p:nvSpPr>
        <p:spPr>
          <a:xfrm>
            <a:off x="4480736" y="4905375"/>
            <a:ext cx="177902" cy="174485"/>
          </a:xfrm>
          <a:prstGeom prst="rect">
            <a:avLst/>
          </a:prstGeom>
        </p:spPr>
        <p:txBody>
          <a:bodyPr lIns="19050" tIns="19050" rIns="19050" bIns="19050" anchor="t">
            <a:spAutoFit/>
          </a:bodyPr>
          <a:lstStyle>
            <a:lvl1pPr algn="ctr">
              <a:defRPr sz="9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97;p25"/>
          <p:cNvSpPr txBox="1"/>
          <p:nvPr/>
        </p:nvSpPr>
        <p:spPr>
          <a:xfrm>
            <a:off x="7386346" y="277519"/>
            <a:ext cx="1178101" cy="19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>
            <a:normAutofit fontScale="100000" lnSpcReduction="0"/>
          </a:bodyPr>
          <a:lstStyle>
            <a:lvl1pPr algn="r"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Fab Lab Barcelona</a:t>
            </a:r>
          </a:p>
        </p:txBody>
      </p:sp>
      <p:pic>
        <p:nvPicPr>
          <p:cNvPr id="215" name="Google Shape;98;p25" descr="Google Shape;98;p2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653584" y="284705"/>
            <a:ext cx="246519" cy="195787"/>
          </a:xfrm>
          <a:prstGeom prst="rect">
            <a:avLst/>
          </a:prstGeom>
          <a:ln w="12700">
            <a:miter lim="400000"/>
          </a:ln>
        </p:spPr>
      </p:pic>
      <p:sp>
        <p:nvSpPr>
          <p:cNvPr id="216" name="Text del títol"/>
          <p:cNvSpPr txBox="1"/>
          <p:nvPr>
            <p:ph type="title"/>
          </p:nvPr>
        </p:nvSpPr>
        <p:spPr>
          <a:xfrm>
            <a:off x="666750" y="862012"/>
            <a:ext cx="7810500" cy="1743001"/>
          </a:xfrm>
          <a:prstGeom prst="rect">
            <a:avLst/>
          </a:prstGeom>
        </p:spPr>
        <p:txBody>
          <a:bodyPr lIns="19050" tIns="19050" rIns="19050" bIns="19050" anchor="b"/>
          <a:lstStyle>
            <a:lvl1pPr algn="ctr">
              <a:buClr>
                <a:srgbClr val="000000"/>
              </a:buClr>
              <a:buSzPts val="500"/>
              <a:buFont typeface="Arial"/>
              <a:buChar char="●"/>
              <a:defRPr sz="500"/>
            </a:lvl1pPr>
          </a:lstStyle>
          <a:p>
            <a:pPr/>
            <a:r>
              <a:t>Text del títol</a:t>
            </a:r>
          </a:p>
        </p:txBody>
      </p:sp>
      <p:sp>
        <p:nvSpPr>
          <p:cNvPr id="217" name="Nivell del cos u…"/>
          <p:cNvSpPr txBox="1"/>
          <p:nvPr>
            <p:ph type="body" sz="quarter" idx="1"/>
          </p:nvPr>
        </p:nvSpPr>
        <p:spPr>
          <a:xfrm>
            <a:off x="666750" y="2652713"/>
            <a:ext cx="7810500" cy="595501"/>
          </a:xfrm>
          <a:prstGeom prst="rect">
            <a:avLst/>
          </a:prstGeom>
        </p:spPr>
        <p:txBody>
          <a:bodyPr lIns="19050" tIns="19050" rIns="19050" bIns="19050"/>
          <a:lstStyle>
            <a:lvl1pPr marL="228600" indent="0" algn="ctr">
              <a:lnSpc>
                <a:spcPct val="100000"/>
              </a:lnSpc>
              <a:buClrTx/>
              <a:buSzTx/>
              <a:buFontTx/>
              <a:buNone/>
              <a:defRPr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228600" indent="457200" algn="ctr">
              <a:lnSpc>
                <a:spcPct val="100000"/>
              </a:lnSpc>
              <a:buClrTx/>
              <a:buSzTx/>
              <a:buFontTx/>
              <a:buNone/>
              <a:defRPr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228600" indent="914400" algn="ctr">
              <a:lnSpc>
                <a:spcPct val="100000"/>
              </a:lnSpc>
              <a:buClrTx/>
              <a:buSzTx/>
              <a:buFontTx/>
              <a:buNone/>
              <a:defRPr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228600" indent="1371600" algn="ctr">
              <a:lnSpc>
                <a:spcPct val="100000"/>
              </a:lnSpc>
              <a:buClrTx/>
              <a:buSzTx/>
              <a:buFontTx/>
              <a:buNone/>
              <a:defRPr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" indent="1828800" algn="ctr">
              <a:lnSpc>
                <a:spcPct val="100000"/>
              </a:lnSpc>
              <a:buClrTx/>
              <a:buSzTx/>
              <a:buFontTx/>
              <a:buNone/>
              <a:defRPr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pPr/>
            <a:r>
              <a:t>Nivell del cos u</a:t>
            </a:r>
          </a:p>
          <a:p>
            <a:pPr lvl="1"/>
            <a:r>
              <a:t>Nivell del cos dos</a:t>
            </a:r>
          </a:p>
          <a:p>
            <a:pPr lvl="2"/>
            <a:r>
              <a:t>Nivell del cos tres</a:t>
            </a:r>
          </a:p>
          <a:p>
            <a:pPr lvl="3"/>
            <a:r>
              <a:t>Nivell del cos quatre</a:t>
            </a:r>
          </a:p>
          <a:p>
            <a:pPr lvl="4"/>
            <a:r>
              <a:t>Nivell del cos cinc</a:t>
            </a:r>
          </a:p>
        </p:txBody>
      </p:sp>
      <p:sp>
        <p:nvSpPr>
          <p:cNvPr id="218" name="Número de la diapositiva"/>
          <p:cNvSpPr txBox="1"/>
          <p:nvPr>
            <p:ph type="sldNum" sz="quarter" idx="2"/>
          </p:nvPr>
        </p:nvSpPr>
        <p:spPr>
          <a:xfrm>
            <a:off x="4480736" y="4905375"/>
            <a:ext cx="177902" cy="174485"/>
          </a:xfrm>
          <a:prstGeom prst="rect">
            <a:avLst/>
          </a:prstGeom>
        </p:spPr>
        <p:txBody>
          <a:bodyPr lIns="19050" tIns="19050" rIns="19050" bIns="19050" anchor="t">
            <a:spAutoFit/>
          </a:bodyPr>
          <a:lstStyle>
            <a:lvl1pPr algn="ctr">
              <a:defRPr sz="9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14_Title Slide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97;p25"/>
          <p:cNvSpPr txBox="1"/>
          <p:nvPr/>
        </p:nvSpPr>
        <p:spPr>
          <a:xfrm>
            <a:off x="7386346" y="277519"/>
            <a:ext cx="1178101" cy="19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>
            <a:normAutofit fontScale="100000" lnSpcReduction="0"/>
          </a:bodyPr>
          <a:lstStyle>
            <a:lvl1pPr algn="r"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Fab Lab Barcelona</a:t>
            </a:r>
          </a:p>
        </p:txBody>
      </p:sp>
      <p:pic>
        <p:nvPicPr>
          <p:cNvPr id="226" name="Google Shape;98;p25" descr="Google Shape;98;p2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653584" y="284705"/>
            <a:ext cx="246519" cy="195787"/>
          </a:xfrm>
          <a:prstGeom prst="rect">
            <a:avLst/>
          </a:prstGeom>
          <a:ln w="12700">
            <a:miter lim="400000"/>
          </a:ln>
        </p:spPr>
      </p:pic>
      <p:sp>
        <p:nvSpPr>
          <p:cNvPr id="227" name="Google Shape;104;p27"/>
          <p:cNvSpPr/>
          <p:nvPr>
            <p:ph type="pic" sz="half" idx="21"/>
          </p:nvPr>
        </p:nvSpPr>
        <p:spPr>
          <a:xfrm>
            <a:off x="-2" y="-2"/>
            <a:ext cx="3641701" cy="51435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8" name="Número de la diapositiva"/>
          <p:cNvSpPr txBox="1"/>
          <p:nvPr>
            <p:ph type="sldNum" sz="quarter" idx="2"/>
          </p:nvPr>
        </p:nvSpPr>
        <p:spPr>
          <a:xfrm>
            <a:off x="4419600" y="4608064"/>
            <a:ext cx="2133600" cy="318397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BODY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97;p25"/>
          <p:cNvSpPr txBox="1"/>
          <p:nvPr/>
        </p:nvSpPr>
        <p:spPr>
          <a:xfrm>
            <a:off x="7386346" y="277519"/>
            <a:ext cx="1178101" cy="19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>
            <a:normAutofit fontScale="100000" lnSpcReduction="0"/>
          </a:bodyPr>
          <a:lstStyle>
            <a:lvl1pPr algn="r"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Fab Lab Barcelona</a:t>
            </a:r>
          </a:p>
        </p:txBody>
      </p:sp>
      <p:pic>
        <p:nvPicPr>
          <p:cNvPr id="236" name="Google Shape;98;p25" descr="Google Shape;98;p2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653584" y="284705"/>
            <a:ext cx="246519" cy="195787"/>
          </a:xfrm>
          <a:prstGeom prst="rect">
            <a:avLst/>
          </a:prstGeom>
          <a:ln w="12700">
            <a:miter lim="400000"/>
          </a:ln>
        </p:spPr>
      </p:pic>
      <p:sp>
        <p:nvSpPr>
          <p:cNvPr id="237" name="Google Shape;106;p28"/>
          <p:cNvSpPr/>
          <p:nvPr>
            <p:ph type="pic" idx="21"/>
          </p:nvPr>
        </p:nvSpPr>
        <p:spPr>
          <a:xfrm>
            <a:off x="1171575" y="-14288"/>
            <a:ext cx="6801001" cy="45363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38" name="Text del títol"/>
          <p:cNvSpPr txBox="1"/>
          <p:nvPr>
            <p:ph type="title"/>
          </p:nvPr>
        </p:nvSpPr>
        <p:spPr>
          <a:xfrm>
            <a:off x="238125" y="3567112"/>
            <a:ext cx="8667901" cy="752401"/>
          </a:xfrm>
          <a:prstGeom prst="rect">
            <a:avLst/>
          </a:prstGeom>
        </p:spPr>
        <p:txBody>
          <a:bodyPr lIns="19050" tIns="19050" rIns="19050" bIns="19050" anchor="b"/>
          <a:lstStyle>
            <a:lvl1pPr algn="ctr">
              <a:buClr>
                <a:srgbClr val="000000"/>
              </a:buClr>
              <a:buSzPts val="500"/>
              <a:buFont typeface="Arial"/>
              <a:buChar char="●"/>
              <a:defRPr sz="500"/>
            </a:lvl1pPr>
          </a:lstStyle>
          <a:p>
            <a:pPr/>
            <a:r>
              <a:t>Text del títol</a:t>
            </a:r>
          </a:p>
        </p:txBody>
      </p:sp>
      <p:sp>
        <p:nvSpPr>
          <p:cNvPr id="239" name="Nivell del cos u…"/>
          <p:cNvSpPr txBox="1"/>
          <p:nvPr>
            <p:ph type="body" sz="quarter" idx="1"/>
          </p:nvPr>
        </p:nvSpPr>
        <p:spPr>
          <a:xfrm>
            <a:off x="238125" y="4291012"/>
            <a:ext cx="8667901" cy="595501"/>
          </a:xfrm>
          <a:prstGeom prst="rect">
            <a:avLst/>
          </a:prstGeom>
        </p:spPr>
        <p:txBody>
          <a:bodyPr lIns="19050" tIns="19050" rIns="19050" bIns="19050"/>
          <a:lstStyle>
            <a:lvl1pPr marL="228600" indent="0" algn="ctr">
              <a:lnSpc>
                <a:spcPct val="100000"/>
              </a:lnSpc>
              <a:buClrTx/>
              <a:buSzTx/>
              <a:buFontTx/>
              <a:buNone/>
              <a:defRPr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228600" indent="457200" algn="ctr">
              <a:lnSpc>
                <a:spcPct val="100000"/>
              </a:lnSpc>
              <a:buClrTx/>
              <a:buSzTx/>
              <a:buFontTx/>
              <a:buNone/>
              <a:defRPr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228600" indent="914400" algn="ctr">
              <a:lnSpc>
                <a:spcPct val="100000"/>
              </a:lnSpc>
              <a:buClrTx/>
              <a:buSzTx/>
              <a:buFontTx/>
              <a:buNone/>
              <a:defRPr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228600" indent="1371600" algn="ctr">
              <a:lnSpc>
                <a:spcPct val="100000"/>
              </a:lnSpc>
              <a:buClrTx/>
              <a:buSzTx/>
              <a:buFontTx/>
              <a:buNone/>
              <a:defRPr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" indent="1828800" algn="ctr">
              <a:lnSpc>
                <a:spcPct val="100000"/>
              </a:lnSpc>
              <a:buClrTx/>
              <a:buSzTx/>
              <a:buFontTx/>
              <a:buNone/>
              <a:defRPr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pPr/>
            <a:r>
              <a:t>Nivell del cos u</a:t>
            </a:r>
          </a:p>
          <a:p>
            <a:pPr lvl="1"/>
            <a:r>
              <a:t>Nivell del cos dos</a:t>
            </a:r>
          </a:p>
          <a:p>
            <a:pPr lvl="2"/>
            <a:r>
              <a:t>Nivell del cos tres</a:t>
            </a:r>
          </a:p>
          <a:p>
            <a:pPr lvl="3"/>
            <a:r>
              <a:t>Nivell del cos quatre</a:t>
            </a:r>
          </a:p>
          <a:p>
            <a:pPr lvl="4"/>
            <a:r>
              <a:t>Nivell del cos cinc</a:t>
            </a:r>
          </a:p>
        </p:txBody>
      </p:sp>
      <p:sp>
        <p:nvSpPr>
          <p:cNvPr id="240" name="Número de la diapositiva"/>
          <p:cNvSpPr txBox="1"/>
          <p:nvPr>
            <p:ph type="sldNum" sz="quarter" idx="2"/>
          </p:nvPr>
        </p:nvSpPr>
        <p:spPr>
          <a:xfrm>
            <a:off x="4480736" y="4905375"/>
            <a:ext cx="177902" cy="174485"/>
          </a:xfrm>
          <a:prstGeom prst="rect">
            <a:avLst/>
          </a:prstGeom>
        </p:spPr>
        <p:txBody>
          <a:bodyPr lIns="19050" tIns="19050" rIns="19050" bIns="19050" anchor="t">
            <a:spAutoFit/>
          </a:bodyPr>
          <a:lstStyle>
            <a:lvl1pPr algn="ctr">
              <a:defRPr sz="9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Center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97;p25"/>
          <p:cNvSpPr txBox="1"/>
          <p:nvPr/>
        </p:nvSpPr>
        <p:spPr>
          <a:xfrm>
            <a:off x="7386346" y="277519"/>
            <a:ext cx="1178101" cy="19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>
            <a:normAutofit fontScale="100000" lnSpcReduction="0"/>
          </a:bodyPr>
          <a:lstStyle>
            <a:lvl1pPr algn="r"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Fab Lab Barcelona</a:t>
            </a:r>
          </a:p>
        </p:txBody>
      </p:sp>
      <p:pic>
        <p:nvPicPr>
          <p:cNvPr id="248" name="Google Shape;98;p25" descr="Google Shape;98;p2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653584" y="284705"/>
            <a:ext cx="246519" cy="195787"/>
          </a:xfrm>
          <a:prstGeom prst="rect">
            <a:avLst/>
          </a:prstGeom>
          <a:ln w="12700">
            <a:miter lim="400000"/>
          </a:ln>
        </p:spPr>
      </p:pic>
      <p:sp>
        <p:nvSpPr>
          <p:cNvPr id="249" name="Text del títol"/>
          <p:cNvSpPr txBox="1"/>
          <p:nvPr>
            <p:ph type="title"/>
          </p:nvPr>
        </p:nvSpPr>
        <p:spPr>
          <a:xfrm>
            <a:off x="666750" y="1700213"/>
            <a:ext cx="7810500" cy="1743001"/>
          </a:xfrm>
          <a:prstGeom prst="rect">
            <a:avLst/>
          </a:prstGeom>
        </p:spPr>
        <p:txBody>
          <a:bodyPr lIns="19050" tIns="19050" rIns="19050" bIns="19050" anchor="ctr"/>
          <a:lstStyle>
            <a:lvl1pPr algn="ctr">
              <a:buClr>
                <a:srgbClr val="000000"/>
              </a:buClr>
              <a:buSzPts val="500"/>
              <a:buFont typeface="Arial"/>
              <a:buChar char="●"/>
              <a:defRPr sz="500"/>
            </a:lvl1pPr>
          </a:lstStyle>
          <a:p>
            <a:pPr/>
            <a:r>
              <a:t>Text del títol</a:t>
            </a:r>
          </a:p>
        </p:txBody>
      </p:sp>
      <p:sp>
        <p:nvSpPr>
          <p:cNvPr id="250" name="Número de la diapositiva"/>
          <p:cNvSpPr txBox="1"/>
          <p:nvPr>
            <p:ph type="sldNum" sz="quarter" idx="2"/>
          </p:nvPr>
        </p:nvSpPr>
        <p:spPr>
          <a:xfrm>
            <a:off x="4480736" y="4905375"/>
            <a:ext cx="177902" cy="174485"/>
          </a:xfrm>
          <a:prstGeom prst="rect">
            <a:avLst/>
          </a:prstGeom>
        </p:spPr>
        <p:txBody>
          <a:bodyPr lIns="19050" tIns="19050" rIns="19050" bIns="19050" anchor="t">
            <a:spAutoFit/>
          </a:bodyPr>
          <a:lstStyle>
            <a:lvl1pPr algn="ctr">
              <a:defRPr sz="9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Vertical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97;p25"/>
          <p:cNvSpPr txBox="1"/>
          <p:nvPr/>
        </p:nvSpPr>
        <p:spPr>
          <a:xfrm>
            <a:off x="7386346" y="277519"/>
            <a:ext cx="1178101" cy="19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>
            <a:normAutofit fontScale="100000" lnSpcReduction="0"/>
          </a:bodyPr>
          <a:lstStyle>
            <a:lvl1pPr algn="r"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Fab Lab Barcelona</a:t>
            </a:r>
          </a:p>
        </p:txBody>
      </p:sp>
      <p:pic>
        <p:nvPicPr>
          <p:cNvPr id="258" name="Google Shape;98;p25" descr="Google Shape;98;p2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653584" y="284705"/>
            <a:ext cx="246519" cy="195787"/>
          </a:xfrm>
          <a:prstGeom prst="rect">
            <a:avLst/>
          </a:prstGeom>
          <a:ln w="12700">
            <a:miter lim="400000"/>
          </a:ln>
        </p:spPr>
      </p:pic>
      <p:sp>
        <p:nvSpPr>
          <p:cNvPr id="259" name="Google Shape;114;p30"/>
          <p:cNvSpPr/>
          <p:nvPr>
            <p:ph type="pic" idx="21"/>
          </p:nvPr>
        </p:nvSpPr>
        <p:spPr>
          <a:xfrm>
            <a:off x="2981325" y="414337"/>
            <a:ext cx="6472200" cy="431490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60" name="Text del títol"/>
          <p:cNvSpPr txBox="1"/>
          <p:nvPr>
            <p:ph type="title"/>
          </p:nvPr>
        </p:nvSpPr>
        <p:spPr>
          <a:xfrm>
            <a:off x="619125" y="357188"/>
            <a:ext cx="3833701" cy="2081401"/>
          </a:xfrm>
          <a:prstGeom prst="rect">
            <a:avLst/>
          </a:prstGeom>
        </p:spPr>
        <p:txBody>
          <a:bodyPr lIns="19050" tIns="19050" rIns="19050" bIns="19050" anchor="b"/>
          <a:lstStyle>
            <a:lvl1pPr algn="ctr">
              <a:buClr>
                <a:srgbClr val="000000"/>
              </a:buClr>
              <a:buSzPts val="3200"/>
              <a:buFont typeface="Helvetica Neue"/>
              <a:buChar char="●"/>
              <a:defRPr sz="3200"/>
            </a:lvl1pPr>
          </a:lstStyle>
          <a:p>
            <a:pPr/>
            <a:r>
              <a:t>Text del títol</a:t>
            </a:r>
          </a:p>
        </p:txBody>
      </p:sp>
      <p:sp>
        <p:nvSpPr>
          <p:cNvPr id="261" name="Nivell del cos u…"/>
          <p:cNvSpPr txBox="1"/>
          <p:nvPr>
            <p:ph type="body" sz="quarter" idx="1"/>
          </p:nvPr>
        </p:nvSpPr>
        <p:spPr>
          <a:xfrm>
            <a:off x="619125" y="2447925"/>
            <a:ext cx="3833701" cy="2148001"/>
          </a:xfrm>
          <a:prstGeom prst="rect">
            <a:avLst/>
          </a:prstGeom>
        </p:spPr>
        <p:txBody>
          <a:bodyPr lIns="19050" tIns="19050" rIns="19050" bIns="19050"/>
          <a:lstStyle>
            <a:lvl1pPr marL="228600" indent="0" algn="ctr">
              <a:lnSpc>
                <a:spcPct val="100000"/>
              </a:lnSpc>
              <a:buClrTx/>
              <a:buSzTx/>
              <a:buFontTx/>
              <a:buNone/>
              <a:defRPr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228600" indent="457200" algn="ctr">
              <a:lnSpc>
                <a:spcPct val="100000"/>
              </a:lnSpc>
              <a:buClrTx/>
              <a:buSzTx/>
              <a:buFontTx/>
              <a:buNone/>
              <a:defRPr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228600" indent="914400" algn="ctr">
              <a:lnSpc>
                <a:spcPct val="100000"/>
              </a:lnSpc>
              <a:buClrTx/>
              <a:buSzTx/>
              <a:buFontTx/>
              <a:buNone/>
              <a:defRPr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228600" indent="1371600" algn="ctr">
              <a:lnSpc>
                <a:spcPct val="100000"/>
              </a:lnSpc>
              <a:buClrTx/>
              <a:buSzTx/>
              <a:buFontTx/>
              <a:buNone/>
              <a:defRPr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" indent="1828800" algn="ctr">
              <a:lnSpc>
                <a:spcPct val="100000"/>
              </a:lnSpc>
              <a:buClrTx/>
              <a:buSzTx/>
              <a:buFontTx/>
              <a:buNone/>
              <a:defRPr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pPr/>
            <a:r>
              <a:t>Nivell del cos u</a:t>
            </a:r>
          </a:p>
          <a:p>
            <a:pPr lvl="1"/>
            <a:r>
              <a:t>Nivell del cos dos</a:t>
            </a:r>
          </a:p>
          <a:p>
            <a:pPr lvl="2"/>
            <a:r>
              <a:t>Nivell del cos tres</a:t>
            </a:r>
          </a:p>
          <a:p>
            <a:pPr lvl="3"/>
            <a:r>
              <a:t>Nivell del cos quatre</a:t>
            </a:r>
          </a:p>
          <a:p>
            <a:pPr lvl="4"/>
            <a:r>
              <a:t>Nivell del cos cinc</a:t>
            </a:r>
          </a:p>
        </p:txBody>
      </p:sp>
      <p:sp>
        <p:nvSpPr>
          <p:cNvPr id="262" name="Número de la diapositiva"/>
          <p:cNvSpPr txBox="1"/>
          <p:nvPr>
            <p:ph type="sldNum" sz="quarter" idx="2"/>
          </p:nvPr>
        </p:nvSpPr>
        <p:spPr>
          <a:xfrm>
            <a:off x="4480736" y="4905375"/>
            <a:ext cx="177902" cy="174485"/>
          </a:xfrm>
          <a:prstGeom prst="rect">
            <a:avLst/>
          </a:prstGeom>
        </p:spPr>
        <p:txBody>
          <a:bodyPr lIns="19050" tIns="19050" rIns="19050" bIns="19050" anchor="t">
            <a:spAutoFit/>
          </a:bodyPr>
          <a:lstStyle>
            <a:lvl1pPr algn="ctr">
              <a:defRPr sz="9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Top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97;p25"/>
          <p:cNvSpPr txBox="1"/>
          <p:nvPr/>
        </p:nvSpPr>
        <p:spPr>
          <a:xfrm>
            <a:off x="7386346" y="277519"/>
            <a:ext cx="1178101" cy="19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>
            <a:normAutofit fontScale="100000" lnSpcReduction="0"/>
          </a:bodyPr>
          <a:lstStyle>
            <a:lvl1pPr algn="r"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Fab Lab Barcelona</a:t>
            </a:r>
          </a:p>
        </p:txBody>
      </p:sp>
      <p:pic>
        <p:nvPicPr>
          <p:cNvPr id="270" name="Google Shape;98;p25" descr="Google Shape;98;p2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653584" y="284705"/>
            <a:ext cx="246519" cy="195787"/>
          </a:xfrm>
          <a:prstGeom prst="rect">
            <a:avLst/>
          </a:prstGeom>
          <a:ln w="12700">
            <a:miter lim="400000"/>
          </a:ln>
        </p:spPr>
      </p:pic>
      <p:sp>
        <p:nvSpPr>
          <p:cNvPr id="271" name="Text del títol"/>
          <p:cNvSpPr txBox="1"/>
          <p:nvPr>
            <p:ph type="title"/>
          </p:nvPr>
        </p:nvSpPr>
        <p:spPr>
          <a:xfrm>
            <a:off x="633412" y="133350"/>
            <a:ext cx="7877101" cy="857400"/>
          </a:xfrm>
          <a:prstGeom prst="rect">
            <a:avLst/>
          </a:prstGeom>
        </p:spPr>
        <p:txBody>
          <a:bodyPr lIns="19050" tIns="19050" rIns="19050" bIns="19050" anchor="ctr"/>
          <a:lstStyle>
            <a:lvl1pPr algn="ctr">
              <a:buClr>
                <a:srgbClr val="000000"/>
              </a:buClr>
              <a:buSzPts val="500"/>
              <a:buFont typeface="Arial"/>
              <a:buChar char="●"/>
              <a:defRPr sz="500"/>
            </a:lvl1pPr>
          </a:lstStyle>
          <a:p>
            <a:pPr/>
            <a:r>
              <a:t>Text del títol</a:t>
            </a:r>
          </a:p>
        </p:txBody>
      </p:sp>
      <p:sp>
        <p:nvSpPr>
          <p:cNvPr id="272" name="Número de la diapositiva"/>
          <p:cNvSpPr txBox="1"/>
          <p:nvPr>
            <p:ph type="sldNum" sz="quarter" idx="2"/>
          </p:nvPr>
        </p:nvSpPr>
        <p:spPr>
          <a:xfrm>
            <a:off x="4480736" y="4905375"/>
            <a:ext cx="177902" cy="174485"/>
          </a:xfrm>
          <a:prstGeom prst="rect">
            <a:avLst/>
          </a:prstGeom>
        </p:spPr>
        <p:txBody>
          <a:bodyPr lIns="19050" tIns="19050" rIns="19050" bIns="19050" anchor="t">
            <a:spAutoFit/>
          </a:bodyPr>
          <a:lstStyle>
            <a:lvl1pPr algn="ctr">
              <a:defRPr sz="9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97;p25"/>
          <p:cNvSpPr txBox="1"/>
          <p:nvPr/>
        </p:nvSpPr>
        <p:spPr>
          <a:xfrm>
            <a:off x="7386346" y="277519"/>
            <a:ext cx="1178101" cy="19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>
            <a:normAutofit fontScale="100000" lnSpcReduction="0"/>
          </a:bodyPr>
          <a:lstStyle>
            <a:lvl1pPr algn="r"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Fab Lab Barcelona</a:t>
            </a:r>
          </a:p>
        </p:txBody>
      </p:sp>
      <p:pic>
        <p:nvPicPr>
          <p:cNvPr id="280" name="Google Shape;98;p25" descr="Google Shape;98;p2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653584" y="284705"/>
            <a:ext cx="246519" cy="195787"/>
          </a:xfrm>
          <a:prstGeom prst="rect">
            <a:avLst/>
          </a:prstGeom>
          <a:ln w="12700">
            <a:miter lim="400000"/>
          </a:ln>
        </p:spPr>
      </p:pic>
      <p:sp>
        <p:nvSpPr>
          <p:cNvPr id="281" name="Text del títol"/>
          <p:cNvSpPr txBox="1"/>
          <p:nvPr>
            <p:ph type="title"/>
          </p:nvPr>
        </p:nvSpPr>
        <p:spPr>
          <a:xfrm>
            <a:off x="633412" y="133350"/>
            <a:ext cx="7877101" cy="857400"/>
          </a:xfrm>
          <a:prstGeom prst="rect">
            <a:avLst/>
          </a:prstGeom>
        </p:spPr>
        <p:txBody>
          <a:bodyPr lIns="19050" tIns="19050" rIns="19050" bIns="19050" anchor="ctr"/>
          <a:lstStyle>
            <a:lvl1pPr algn="ctr">
              <a:buClr>
                <a:srgbClr val="000000"/>
              </a:buClr>
              <a:buSzPts val="500"/>
              <a:buFont typeface="Arial"/>
              <a:buChar char="●"/>
              <a:defRPr sz="500"/>
            </a:lvl1pPr>
          </a:lstStyle>
          <a:p>
            <a:pPr/>
            <a:r>
              <a:t>Text del títol</a:t>
            </a:r>
          </a:p>
        </p:txBody>
      </p:sp>
      <p:sp>
        <p:nvSpPr>
          <p:cNvPr id="282" name="Nivell del cos u…"/>
          <p:cNvSpPr txBox="1"/>
          <p:nvPr>
            <p:ph type="body" idx="1"/>
          </p:nvPr>
        </p:nvSpPr>
        <p:spPr>
          <a:xfrm>
            <a:off x="633412" y="1181100"/>
            <a:ext cx="7877101" cy="3486300"/>
          </a:xfrm>
          <a:prstGeom prst="rect">
            <a:avLst/>
          </a:prstGeom>
        </p:spPr>
        <p:txBody>
          <a:bodyPr lIns="19050" tIns="19050" rIns="19050" bIns="19050" anchor="ctr"/>
          <a:lstStyle>
            <a:lvl1pPr indent="-374650">
              <a:lnSpc>
                <a:spcPct val="100000"/>
              </a:lnSpc>
              <a:spcBef>
                <a:spcPts val="2200"/>
              </a:spcBef>
              <a:buClr>
                <a:srgbClr val="000000"/>
              </a:buClr>
              <a:buFont typeface="Helvetica Neue"/>
              <a:buChar char="•"/>
              <a:defRPr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indent="-374650">
              <a:lnSpc>
                <a:spcPct val="100000"/>
              </a:lnSpc>
              <a:spcBef>
                <a:spcPts val="2200"/>
              </a:spcBef>
              <a:buClr>
                <a:srgbClr val="000000"/>
              </a:buClr>
              <a:buFont typeface="Helvetica Neue"/>
              <a:buChar char="•"/>
              <a:defRPr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indent="-374650">
              <a:lnSpc>
                <a:spcPct val="100000"/>
              </a:lnSpc>
              <a:spcBef>
                <a:spcPts val="2200"/>
              </a:spcBef>
              <a:buClr>
                <a:srgbClr val="000000"/>
              </a:buClr>
              <a:buFont typeface="Helvetica Neue"/>
              <a:buChar char="•"/>
              <a:defRPr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indent="-374650">
              <a:lnSpc>
                <a:spcPct val="100000"/>
              </a:lnSpc>
              <a:spcBef>
                <a:spcPts val="2200"/>
              </a:spcBef>
              <a:buClr>
                <a:srgbClr val="000000"/>
              </a:buClr>
              <a:buFont typeface="Helvetica Neue"/>
              <a:buChar char="•"/>
              <a:defRPr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indent="-374650">
              <a:lnSpc>
                <a:spcPct val="100000"/>
              </a:lnSpc>
              <a:spcBef>
                <a:spcPts val="2200"/>
              </a:spcBef>
              <a:buClr>
                <a:srgbClr val="000000"/>
              </a:buClr>
              <a:buFont typeface="Helvetica Neue"/>
              <a:buChar char="•"/>
              <a:defRPr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pPr/>
            <a:r>
              <a:t>Nivell del cos u</a:t>
            </a:r>
          </a:p>
          <a:p>
            <a:pPr lvl="1"/>
            <a:r>
              <a:t>Nivell del cos dos</a:t>
            </a:r>
          </a:p>
          <a:p>
            <a:pPr lvl="2"/>
            <a:r>
              <a:t>Nivell del cos tres</a:t>
            </a:r>
          </a:p>
          <a:p>
            <a:pPr lvl="3"/>
            <a:r>
              <a:t>Nivell del cos quatre</a:t>
            </a:r>
          </a:p>
          <a:p>
            <a:pPr lvl="4"/>
            <a:r>
              <a:t>Nivell del cos cinc</a:t>
            </a:r>
          </a:p>
        </p:txBody>
      </p:sp>
      <p:sp>
        <p:nvSpPr>
          <p:cNvPr id="283" name="Número de la diapositiva"/>
          <p:cNvSpPr txBox="1"/>
          <p:nvPr>
            <p:ph type="sldNum" sz="quarter" idx="2"/>
          </p:nvPr>
        </p:nvSpPr>
        <p:spPr>
          <a:xfrm>
            <a:off x="4480736" y="4905375"/>
            <a:ext cx="177902" cy="174485"/>
          </a:xfrm>
          <a:prstGeom prst="rect">
            <a:avLst/>
          </a:prstGeom>
        </p:spPr>
        <p:txBody>
          <a:bodyPr lIns="19050" tIns="19050" rIns="19050" bIns="19050" anchor="t">
            <a:spAutoFit/>
          </a:bodyPr>
          <a:lstStyle>
            <a:lvl1pPr algn="ctr">
              <a:defRPr sz="9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97;p25"/>
          <p:cNvSpPr txBox="1"/>
          <p:nvPr/>
        </p:nvSpPr>
        <p:spPr>
          <a:xfrm>
            <a:off x="7386346" y="277519"/>
            <a:ext cx="1178101" cy="19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>
            <a:normAutofit fontScale="100000" lnSpcReduction="0"/>
          </a:bodyPr>
          <a:lstStyle>
            <a:lvl1pPr algn="r"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Fab Lab Barcelona</a:t>
            </a:r>
          </a:p>
        </p:txBody>
      </p:sp>
      <p:pic>
        <p:nvPicPr>
          <p:cNvPr id="291" name="Google Shape;98;p25" descr="Google Shape;98;p2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653584" y="284705"/>
            <a:ext cx="246519" cy="195787"/>
          </a:xfrm>
          <a:prstGeom prst="rect">
            <a:avLst/>
          </a:prstGeom>
          <a:ln w="12700">
            <a:miter lim="400000"/>
          </a:ln>
        </p:spPr>
      </p:pic>
      <p:sp>
        <p:nvSpPr>
          <p:cNvPr id="292" name="Google Shape;126;p33"/>
          <p:cNvSpPr/>
          <p:nvPr>
            <p:ph type="pic" sz="half" idx="21"/>
          </p:nvPr>
        </p:nvSpPr>
        <p:spPr>
          <a:xfrm>
            <a:off x="4110037" y="1181100"/>
            <a:ext cx="5229302" cy="34863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93" name="Text del títol"/>
          <p:cNvSpPr txBox="1"/>
          <p:nvPr>
            <p:ph type="title"/>
          </p:nvPr>
        </p:nvSpPr>
        <p:spPr>
          <a:xfrm>
            <a:off x="633412" y="133350"/>
            <a:ext cx="7877101" cy="857400"/>
          </a:xfrm>
          <a:prstGeom prst="rect">
            <a:avLst/>
          </a:prstGeom>
        </p:spPr>
        <p:txBody>
          <a:bodyPr lIns="19050" tIns="19050" rIns="19050" bIns="19050" anchor="ctr"/>
          <a:lstStyle>
            <a:lvl1pPr algn="ctr">
              <a:buClr>
                <a:srgbClr val="000000"/>
              </a:buClr>
              <a:buSzPts val="500"/>
              <a:buFont typeface="Arial"/>
              <a:buChar char="●"/>
              <a:defRPr sz="500"/>
            </a:lvl1pPr>
          </a:lstStyle>
          <a:p>
            <a:pPr/>
            <a:r>
              <a:t>Text del títol</a:t>
            </a:r>
          </a:p>
        </p:txBody>
      </p:sp>
      <p:sp>
        <p:nvSpPr>
          <p:cNvPr id="294" name="Nivell del cos u…"/>
          <p:cNvSpPr txBox="1"/>
          <p:nvPr>
            <p:ph type="body" sz="half" idx="1"/>
          </p:nvPr>
        </p:nvSpPr>
        <p:spPr>
          <a:xfrm>
            <a:off x="633412" y="1181100"/>
            <a:ext cx="3833702" cy="3486300"/>
          </a:xfrm>
          <a:prstGeom prst="rect">
            <a:avLst/>
          </a:prstGeom>
        </p:spPr>
        <p:txBody>
          <a:bodyPr lIns="19050" tIns="19050" rIns="19050" bIns="19050" anchor="ctr"/>
          <a:lstStyle>
            <a:lvl1pPr>
              <a:lnSpc>
                <a:spcPct val="100000"/>
              </a:lnSpc>
              <a:spcBef>
                <a:spcPts val="1700"/>
              </a:spcBef>
              <a:buClr>
                <a:srgbClr val="000000"/>
              </a:buClr>
              <a:buSzPts val="1400"/>
              <a:buFont typeface="Helvetica Neue"/>
              <a:buChar char="•"/>
              <a:defRPr sz="1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indent="-342900">
              <a:lnSpc>
                <a:spcPct val="100000"/>
              </a:lnSpc>
              <a:spcBef>
                <a:spcPts val="1700"/>
              </a:spcBef>
              <a:buClr>
                <a:srgbClr val="000000"/>
              </a:buClr>
              <a:buSzPts val="1400"/>
              <a:buFont typeface="Helvetica Neue"/>
              <a:buChar char="•"/>
              <a:defRPr sz="1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indent="-342900">
              <a:lnSpc>
                <a:spcPct val="100000"/>
              </a:lnSpc>
              <a:spcBef>
                <a:spcPts val="1700"/>
              </a:spcBef>
              <a:buClr>
                <a:srgbClr val="000000"/>
              </a:buClr>
              <a:buSzPts val="1400"/>
              <a:buFont typeface="Helvetica Neue"/>
              <a:buChar char="•"/>
              <a:defRPr sz="1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indent="-342900">
              <a:lnSpc>
                <a:spcPct val="100000"/>
              </a:lnSpc>
              <a:spcBef>
                <a:spcPts val="1700"/>
              </a:spcBef>
              <a:buClr>
                <a:srgbClr val="000000"/>
              </a:buClr>
              <a:buSzPts val="1400"/>
              <a:buFont typeface="Helvetica Neue"/>
              <a:buChar char="•"/>
              <a:defRPr sz="1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indent="-342900">
              <a:lnSpc>
                <a:spcPct val="100000"/>
              </a:lnSpc>
              <a:spcBef>
                <a:spcPts val="1700"/>
              </a:spcBef>
              <a:buClr>
                <a:srgbClr val="000000"/>
              </a:buClr>
              <a:buSzPts val="1400"/>
              <a:buFont typeface="Helvetica Neue"/>
              <a:buChar char="•"/>
              <a:defRPr sz="1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pPr/>
            <a:r>
              <a:t>Nivell del cos u</a:t>
            </a:r>
          </a:p>
          <a:p>
            <a:pPr lvl="1"/>
            <a:r>
              <a:t>Nivell del cos dos</a:t>
            </a:r>
          </a:p>
          <a:p>
            <a:pPr lvl="2"/>
            <a:r>
              <a:t>Nivell del cos tres</a:t>
            </a:r>
          </a:p>
          <a:p>
            <a:pPr lvl="3"/>
            <a:r>
              <a:t>Nivell del cos quatre</a:t>
            </a:r>
          </a:p>
          <a:p>
            <a:pPr lvl="4"/>
            <a:r>
              <a:t>Nivell del cos cinc</a:t>
            </a:r>
          </a:p>
        </p:txBody>
      </p:sp>
      <p:sp>
        <p:nvSpPr>
          <p:cNvPr id="295" name="Número de la diapositiva"/>
          <p:cNvSpPr txBox="1"/>
          <p:nvPr>
            <p:ph type="sldNum" sz="quarter" idx="2"/>
          </p:nvPr>
        </p:nvSpPr>
        <p:spPr>
          <a:xfrm>
            <a:off x="4480736" y="4905375"/>
            <a:ext cx="177902" cy="174485"/>
          </a:xfrm>
          <a:prstGeom prst="rect">
            <a:avLst/>
          </a:prstGeom>
        </p:spPr>
        <p:txBody>
          <a:bodyPr lIns="19050" tIns="19050" rIns="19050" bIns="19050" anchor="t">
            <a:spAutoFit/>
          </a:bodyPr>
          <a:lstStyle>
            <a:lvl1pPr algn="ctr">
              <a:defRPr sz="9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97;p25"/>
          <p:cNvSpPr txBox="1"/>
          <p:nvPr/>
        </p:nvSpPr>
        <p:spPr>
          <a:xfrm>
            <a:off x="7386346" y="277519"/>
            <a:ext cx="1178101" cy="19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>
            <a:normAutofit fontScale="100000" lnSpcReduction="0"/>
          </a:bodyPr>
          <a:lstStyle>
            <a:lvl1pPr algn="r"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Fab Lab Barcelona</a:t>
            </a:r>
          </a:p>
        </p:txBody>
      </p:sp>
      <p:pic>
        <p:nvPicPr>
          <p:cNvPr id="303" name="Google Shape;98;p25" descr="Google Shape;98;p2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653584" y="284705"/>
            <a:ext cx="246519" cy="195787"/>
          </a:xfrm>
          <a:prstGeom prst="rect">
            <a:avLst/>
          </a:prstGeom>
          <a:ln w="12700">
            <a:miter lim="400000"/>
          </a:ln>
        </p:spPr>
      </p:pic>
      <p:sp>
        <p:nvSpPr>
          <p:cNvPr id="304" name="Nivell del cos u…"/>
          <p:cNvSpPr txBox="1"/>
          <p:nvPr>
            <p:ph type="body" idx="1"/>
          </p:nvPr>
        </p:nvSpPr>
        <p:spPr>
          <a:xfrm>
            <a:off x="633412" y="666750"/>
            <a:ext cx="7877101" cy="3810000"/>
          </a:xfrm>
          <a:prstGeom prst="rect">
            <a:avLst/>
          </a:prstGeom>
        </p:spPr>
        <p:txBody>
          <a:bodyPr lIns="19050" tIns="19050" rIns="19050" bIns="19050" anchor="ctr"/>
          <a:lstStyle>
            <a:lvl1pPr indent="-374650">
              <a:lnSpc>
                <a:spcPct val="100000"/>
              </a:lnSpc>
              <a:spcBef>
                <a:spcPts val="2200"/>
              </a:spcBef>
              <a:buClr>
                <a:srgbClr val="000000"/>
              </a:buClr>
              <a:buFont typeface="Helvetica Neue"/>
              <a:buChar char="•"/>
              <a:defRPr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indent="-374650">
              <a:lnSpc>
                <a:spcPct val="100000"/>
              </a:lnSpc>
              <a:spcBef>
                <a:spcPts val="2200"/>
              </a:spcBef>
              <a:buClr>
                <a:srgbClr val="000000"/>
              </a:buClr>
              <a:buFont typeface="Helvetica Neue"/>
              <a:buChar char="•"/>
              <a:defRPr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indent="-374650">
              <a:lnSpc>
                <a:spcPct val="100000"/>
              </a:lnSpc>
              <a:spcBef>
                <a:spcPts val="2200"/>
              </a:spcBef>
              <a:buClr>
                <a:srgbClr val="000000"/>
              </a:buClr>
              <a:buFont typeface="Helvetica Neue"/>
              <a:buChar char="•"/>
              <a:defRPr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indent="-374650">
              <a:lnSpc>
                <a:spcPct val="100000"/>
              </a:lnSpc>
              <a:spcBef>
                <a:spcPts val="2200"/>
              </a:spcBef>
              <a:buClr>
                <a:srgbClr val="000000"/>
              </a:buClr>
              <a:buFont typeface="Helvetica Neue"/>
              <a:buChar char="•"/>
              <a:defRPr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indent="-374650">
              <a:lnSpc>
                <a:spcPct val="100000"/>
              </a:lnSpc>
              <a:spcBef>
                <a:spcPts val="2200"/>
              </a:spcBef>
              <a:buClr>
                <a:srgbClr val="000000"/>
              </a:buClr>
              <a:buFont typeface="Helvetica Neue"/>
              <a:buChar char="•"/>
              <a:defRPr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pPr/>
            <a:r>
              <a:t>Nivell del cos u</a:t>
            </a:r>
          </a:p>
          <a:p>
            <a:pPr lvl="1"/>
            <a:r>
              <a:t>Nivell del cos dos</a:t>
            </a:r>
          </a:p>
          <a:p>
            <a:pPr lvl="2"/>
            <a:r>
              <a:t>Nivell del cos tres</a:t>
            </a:r>
          </a:p>
          <a:p>
            <a:pPr lvl="3"/>
            <a:r>
              <a:t>Nivell del cos quatre</a:t>
            </a:r>
          </a:p>
          <a:p>
            <a:pPr lvl="4"/>
            <a:r>
              <a:t>Nivell del cos cinc</a:t>
            </a:r>
          </a:p>
        </p:txBody>
      </p:sp>
      <p:sp>
        <p:nvSpPr>
          <p:cNvPr id="305" name="Número de la diapositiva"/>
          <p:cNvSpPr txBox="1"/>
          <p:nvPr>
            <p:ph type="sldNum" sz="quarter" idx="2"/>
          </p:nvPr>
        </p:nvSpPr>
        <p:spPr>
          <a:xfrm>
            <a:off x="4480736" y="4905375"/>
            <a:ext cx="177902" cy="174485"/>
          </a:xfrm>
          <a:prstGeom prst="rect">
            <a:avLst/>
          </a:prstGeom>
        </p:spPr>
        <p:txBody>
          <a:bodyPr lIns="19050" tIns="19050" rIns="19050" bIns="19050" anchor="t">
            <a:spAutoFit/>
          </a:bodyPr>
          <a:lstStyle>
            <a:lvl1pPr algn="ctr">
              <a:defRPr sz="9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97;p25"/>
          <p:cNvSpPr txBox="1"/>
          <p:nvPr/>
        </p:nvSpPr>
        <p:spPr>
          <a:xfrm>
            <a:off x="7386346" y="277519"/>
            <a:ext cx="1178101" cy="19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>
            <a:normAutofit fontScale="100000" lnSpcReduction="0"/>
          </a:bodyPr>
          <a:lstStyle>
            <a:lvl1pPr algn="r"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Fab Lab Barcelona</a:t>
            </a:r>
          </a:p>
        </p:txBody>
      </p:sp>
      <p:pic>
        <p:nvPicPr>
          <p:cNvPr id="313" name="Google Shape;98;p25" descr="Google Shape;98;p2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653584" y="284705"/>
            <a:ext cx="246519" cy="195787"/>
          </a:xfrm>
          <a:prstGeom prst="rect">
            <a:avLst/>
          </a:prstGeom>
          <a:ln w="12700">
            <a:miter lim="400000"/>
          </a:ln>
        </p:spPr>
      </p:pic>
      <p:sp>
        <p:nvSpPr>
          <p:cNvPr id="314" name="Google Shape;134;p35"/>
          <p:cNvSpPr/>
          <p:nvPr>
            <p:ph type="pic" sz="quarter" idx="21"/>
          </p:nvPr>
        </p:nvSpPr>
        <p:spPr>
          <a:xfrm>
            <a:off x="5880503" y="2638425"/>
            <a:ext cx="3148801" cy="21003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15" name="Google Shape;135;p35"/>
          <p:cNvSpPr/>
          <p:nvPr>
            <p:ph type="pic" sz="quarter" idx="22"/>
          </p:nvPr>
        </p:nvSpPr>
        <p:spPr>
          <a:xfrm>
            <a:off x="5734050" y="423862"/>
            <a:ext cx="3124200" cy="20829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16" name="Google Shape;136;p35"/>
          <p:cNvSpPr/>
          <p:nvPr>
            <p:ph type="pic" idx="23"/>
          </p:nvPr>
        </p:nvSpPr>
        <p:spPr>
          <a:xfrm>
            <a:off x="-114300" y="423862"/>
            <a:ext cx="6450901" cy="43005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17" name="Número de la diapositiva"/>
          <p:cNvSpPr txBox="1"/>
          <p:nvPr>
            <p:ph type="sldNum" sz="quarter" idx="2"/>
          </p:nvPr>
        </p:nvSpPr>
        <p:spPr>
          <a:xfrm>
            <a:off x="4480736" y="4905375"/>
            <a:ext cx="177902" cy="174485"/>
          </a:xfrm>
          <a:prstGeom prst="rect">
            <a:avLst/>
          </a:prstGeom>
        </p:spPr>
        <p:txBody>
          <a:bodyPr lIns="19050" tIns="19050" rIns="19050" bIns="19050" anchor="t">
            <a:spAutoFit/>
          </a:bodyPr>
          <a:lstStyle>
            <a:lvl1pPr algn="ctr">
              <a:defRPr sz="9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97;p25"/>
          <p:cNvSpPr txBox="1"/>
          <p:nvPr/>
        </p:nvSpPr>
        <p:spPr>
          <a:xfrm>
            <a:off x="7386346" y="277519"/>
            <a:ext cx="1178101" cy="19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>
            <a:normAutofit fontScale="100000" lnSpcReduction="0"/>
          </a:bodyPr>
          <a:lstStyle>
            <a:lvl1pPr algn="r"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Fab Lab Barcelona</a:t>
            </a:r>
          </a:p>
        </p:txBody>
      </p:sp>
      <p:pic>
        <p:nvPicPr>
          <p:cNvPr id="325" name="Google Shape;98;p25" descr="Google Shape;98;p2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653584" y="284705"/>
            <a:ext cx="246519" cy="195787"/>
          </a:xfrm>
          <a:prstGeom prst="rect">
            <a:avLst/>
          </a:prstGeom>
          <a:ln w="12700">
            <a:miter lim="400000"/>
          </a:ln>
        </p:spPr>
      </p:pic>
      <p:sp>
        <p:nvSpPr>
          <p:cNvPr id="326" name="Nivell del cos u…"/>
          <p:cNvSpPr txBox="1"/>
          <p:nvPr>
            <p:ph type="body" sz="quarter" idx="1"/>
          </p:nvPr>
        </p:nvSpPr>
        <p:spPr>
          <a:xfrm>
            <a:off x="895350" y="3357562"/>
            <a:ext cx="7358100" cy="219601"/>
          </a:xfrm>
          <a:prstGeom prst="rect">
            <a:avLst/>
          </a:prstGeom>
        </p:spPr>
        <p:txBody>
          <a:bodyPr lIns="19050" tIns="19050" rIns="19050" bIns="19050"/>
          <a:lstStyle>
            <a:lvl1pPr marL="228600" indent="0" algn="ctr">
              <a:lnSpc>
                <a:spcPct val="100000"/>
              </a:lnSpc>
              <a:buClrTx/>
              <a:buSzTx/>
              <a:buFontTx/>
              <a:buNone/>
              <a:defRPr i="1"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802640" indent="-167640" algn="ctr">
              <a:lnSpc>
                <a:spcPct val="100000"/>
              </a:lnSpc>
              <a:buClrTx/>
              <a:buSzPts val="1200"/>
              <a:buFontTx/>
              <a:buChar char="•"/>
              <a:defRPr i="1"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259839" indent="-167639" algn="ctr">
              <a:lnSpc>
                <a:spcPct val="100000"/>
              </a:lnSpc>
              <a:buClrTx/>
              <a:buSzPts val="1200"/>
              <a:buFontTx/>
              <a:buChar char="•"/>
              <a:defRPr i="1"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717039" indent="-167639" algn="ctr">
              <a:lnSpc>
                <a:spcPct val="100000"/>
              </a:lnSpc>
              <a:buClrTx/>
              <a:buSzPts val="1200"/>
              <a:buFontTx/>
              <a:buChar char="•"/>
              <a:defRPr i="1"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174239" indent="-167639" algn="ctr">
              <a:lnSpc>
                <a:spcPct val="100000"/>
              </a:lnSpc>
              <a:buClrTx/>
              <a:buSzPts val="1200"/>
              <a:buFontTx/>
              <a:buChar char="•"/>
              <a:defRPr i="1"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pPr/>
            <a:r>
              <a:t>Nivell del cos u</a:t>
            </a:r>
          </a:p>
          <a:p>
            <a:pPr lvl="1"/>
            <a:r>
              <a:t>Nivell del cos dos</a:t>
            </a:r>
          </a:p>
          <a:p>
            <a:pPr lvl="2"/>
            <a:r>
              <a:t>Nivell del cos tres</a:t>
            </a:r>
          </a:p>
          <a:p>
            <a:pPr lvl="3"/>
            <a:r>
              <a:t>Nivell del cos quatre</a:t>
            </a:r>
          </a:p>
          <a:p>
            <a:pPr lvl="4"/>
            <a:r>
              <a:t>Nivell del cos cinc</a:t>
            </a:r>
          </a:p>
        </p:txBody>
      </p:sp>
      <p:sp>
        <p:nvSpPr>
          <p:cNvPr id="327" name="Google Shape;140;p36"/>
          <p:cNvSpPr txBox="1"/>
          <p:nvPr>
            <p:ph type="body" sz="quarter" idx="21"/>
          </p:nvPr>
        </p:nvSpPr>
        <p:spPr>
          <a:xfrm>
            <a:off x="895350" y="2278856"/>
            <a:ext cx="7358099" cy="309601"/>
          </a:xfrm>
          <a:prstGeom prst="rect">
            <a:avLst/>
          </a:prstGeom>
        </p:spPr>
        <p:txBody>
          <a:bodyPr lIns="19050" tIns="19050" rIns="19050" bIns="19050" anchor="ctr"/>
          <a:lstStyle/>
          <a:p>
            <a:pPr marL="228600" indent="0" algn="ctr">
              <a:lnSpc>
                <a:spcPct val="100000"/>
              </a:lnSpc>
              <a:buClrTx/>
              <a:buSzTx/>
              <a:buFontTx/>
              <a:buNone/>
              <a:defRPr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328" name="Número de la diapositiva"/>
          <p:cNvSpPr txBox="1"/>
          <p:nvPr>
            <p:ph type="sldNum" sz="quarter" idx="2"/>
          </p:nvPr>
        </p:nvSpPr>
        <p:spPr>
          <a:xfrm>
            <a:off x="4480736" y="4905375"/>
            <a:ext cx="177902" cy="174485"/>
          </a:xfrm>
          <a:prstGeom prst="rect">
            <a:avLst/>
          </a:prstGeom>
        </p:spPr>
        <p:txBody>
          <a:bodyPr lIns="19050" tIns="19050" rIns="19050" bIns="19050" anchor="t">
            <a:spAutoFit/>
          </a:bodyPr>
          <a:lstStyle>
            <a:lvl1pPr algn="ctr">
              <a:defRPr sz="9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97;p25"/>
          <p:cNvSpPr txBox="1"/>
          <p:nvPr/>
        </p:nvSpPr>
        <p:spPr>
          <a:xfrm>
            <a:off x="7386346" y="277519"/>
            <a:ext cx="1178101" cy="19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>
            <a:normAutofit fontScale="100000" lnSpcReduction="0"/>
          </a:bodyPr>
          <a:lstStyle>
            <a:lvl1pPr algn="r"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Fab Lab Barcelona</a:t>
            </a:r>
          </a:p>
        </p:txBody>
      </p:sp>
      <p:pic>
        <p:nvPicPr>
          <p:cNvPr id="336" name="Google Shape;98;p25" descr="Google Shape;98;p2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653584" y="284705"/>
            <a:ext cx="246519" cy="195787"/>
          </a:xfrm>
          <a:prstGeom prst="rect">
            <a:avLst/>
          </a:prstGeom>
          <a:ln w="12700">
            <a:miter lim="400000"/>
          </a:ln>
        </p:spPr>
      </p:pic>
      <p:sp>
        <p:nvSpPr>
          <p:cNvPr id="337" name="Google Shape;143;p37"/>
          <p:cNvSpPr/>
          <p:nvPr>
            <p:ph type="pic" idx="21"/>
          </p:nvPr>
        </p:nvSpPr>
        <p:spPr>
          <a:xfrm>
            <a:off x="0" y="0"/>
            <a:ext cx="9144000" cy="60993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8" name="Google Shape;145;p37"/>
          <p:cNvSpPr txBox="1"/>
          <p:nvPr/>
        </p:nvSpPr>
        <p:spPr>
          <a:xfrm>
            <a:off x="7386346" y="277519"/>
            <a:ext cx="1178101" cy="19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>
            <a:normAutofit fontScale="100000" lnSpcReduction="0"/>
          </a:bodyPr>
          <a:lstStyle>
            <a:lvl1pPr algn="r"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Fab Lab Barcelona</a:t>
            </a:r>
          </a:p>
        </p:txBody>
      </p:sp>
      <p:pic>
        <p:nvPicPr>
          <p:cNvPr id="339" name="Google Shape;146;p37" descr="Google Shape;146;p3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653584" y="284705"/>
            <a:ext cx="246519" cy="195787"/>
          </a:xfrm>
          <a:prstGeom prst="rect">
            <a:avLst/>
          </a:prstGeom>
          <a:ln w="12700">
            <a:miter lim="400000"/>
          </a:ln>
        </p:spPr>
      </p:pic>
      <p:sp>
        <p:nvSpPr>
          <p:cNvPr id="340" name="Número de la diapositiva"/>
          <p:cNvSpPr txBox="1"/>
          <p:nvPr>
            <p:ph type="sldNum" sz="quarter" idx="2"/>
          </p:nvPr>
        </p:nvSpPr>
        <p:spPr>
          <a:xfrm>
            <a:off x="4480736" y="4905375"/>
            <a:ext cx="177902" cy="174485"/>
          </a:xfrm>
          <a:prstGeom prst="rect">
            <a:avLst/>
          </a:prstGeom>
        </p:spPr>
        <p:txBody>
          <a:bodyPr lIns="19050" tIns="19050" rIns="19050" bIns="19050" anchor="t">
            <a:spAutoFit/>
          </a:bodyPr>
          <a:lstStyle>
            <a:lvl1pPr algn="ctr">
              <a:defRPr sz="9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97;p25"/>
          <p:cNvSpPr txBox="1"/>
          <p:nvPr/>
        </p:nvSpPr>
        <p:spPr>
          <a:xfrm>
            <a:off x="7386346" y="277519"/>
            <a:ext cx="1178101" cy="19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>
            <a:normAutofit fontScale="100000" lnSpcReduction="0"/>
          </a:bodyPr>
          <a:lstStyle>
            <a:lvl1pPr algn="r"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Fab Lab Barcelona</a:t>
            </a:r>
          </a:p>
        </p:txBody>
      </p:sp>
      <p:pic>
        <p:nvPicPr>
          <p:cNvPr id="348" name="Google Shape;98;p25" descr="Google Shape;98;p2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653584" y="284705"/>
            <a:ext cx="246519" cy="195787"/>
          </a:xfrm>
          <a:prstGeom prst="rect">
            <a:avLst/>
          </a:prstGeom>
          <a:ln w="12700">
            <a:miter lim="400000"/>
          </a:ln>
        </p:spPr>
      </p:pic>
      <p:sp>
        <p:nvSpPr>
          <p:cNvPr id="349" name="Número de la diapositiva"/>
          <p:cNvSpPr txBox="1"/>
          <p:nvPr>
            <p:ph type="sldNum" sz="quarter" idx="2"/>
          </p:nvPr>
        </p:nvSpPr>
        <p:spPr>
          <a:xfrm>
            <a:off x="4480736" y="4905375"/>
            <a:ext cx="177902" cy="174485"/>
          </a:xfrm>
          <a:prstGeom prst="rect">
            <a:avLst/>
          </a:prstGeom>
        </p:spPr>
        <p:txBody>
          <a:bodyPr lIns="19050" tIns="19050" rIns="19050" bIns="19050" anchor="t">
            <a:spAutoFit/>
          </a:bodyPr>
          <a:lstStyle>
            <a:lvl1pPr algn="ctr">
              <a:defRPr sz="9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del títol"/>
          <p:cNvSpPr txBox="1"/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/>
          <a:p>
            <a:pPr/>
            <a:r>
              <a:t>Text del títol</a:t>
            </a:r>
          </a:p>
        </p:txBody>
      </p:sp>
      <p:sp>
        <p:nvSpPr>
          <p:cNvPr id="3" name="Nivell del cos u…"/>
          <p:cNvSpPr txBox="1"/>
          <p:nvPr>
            <p:ph type="body" idx="1"/>
          </p:nvPr>
        </p:nvSpPr>
        <p:spPr>
          <a:xfrm>
            <a:off x="311699" y="1152475"/>
            <a:ext cx="8520602" cy="341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/>
          <a:p>
            <a:pPr/>
            <a:r>
              <a:t>Nivell del cos u</a:t>
            </a:r>
          </a:p>
          <a:p>
            <a:pPr lvl="1"/>
            <a:r>
              <a:t>Nivell del cos dos</a:t>
            </a:r>
          </a:p>
          <a:p>
            <a:pPr lvl="2"/>
            <a:r>
              <a:t>Nivell del cos tres</a:t>
            </a:r>
          </a:p>
          <a:p>
            <a:pPr lvl="3"/>
            <a:r>
              <a:t>Nivell del cos quatre</a:t>
            </a:r>
          </a:p>
          <a:p>
            <a:pPr lvl="4"/>
            <a:r>
              <a:t>Nivell del cos cinc</a:t>
            </a:r>
          </a:p>
        </p:txBody>
      </p:sp>
      <p:sp>
        <p:nvSpPr>
          <p:cNvPr id="4" name="Número de la diapositiva"/>
          <p:cNvSpPr txBox="1"/>
          <p:nvPr>
            <p:ph type="sldNum" sz="quarter" idx="2"/>
          </p:nvPr>
        </p:nvSpPr>
        <p:spPr>
          <a:xfrm>
            <a:off x="8684345" y="4700819"/>
            <a:ext cx="336813" cy="318396"/>
          </a:xfrm>
          <a:prstGeom prst="rect">
            <a:avLst/>
          </a:prstGeom>
          <a:ln w="12700">
            <a:miter lim="400000"/>
          </a:ln>
        </p:spPr>
        <p:txBody>
          <a:bodyPr wrap="none" lIns="91424" tIns="91424" rIns="91424" bIns="91424" anchor="ctr">
            <a:normAutofit fontScale="100000" lnSpcReduction="0"/>
          </a:bodyPr>
          <a:lstStyle>
            <a:lvl1pPr algn="r">
              <a:defRPr sz="10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titleStyle>
    <p:bodyStyle>
      <a:lvl1pPr marL="457200" marR="0" indent="-342900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1pPr>
      <a:lvl2pPr marL="10051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2pPr>
      <a:lvl3pPr marL="14623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3pPr>
      <a:lvl4pPr marL="19195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4pPr>
      <a:lvl5pPr marL="23767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5pPr>
      <a:lvl6pPr marL="28339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6pPr>
      <a:lvl7pPr marL="32911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7pPr>
      <a:lvl8pPr marL="37483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8pPr>
      <a:lvl9pPr marL="42055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54662960384_ee7ef7cd21_k.jpg" descr="54662960384_ee7ef7cd21_k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55917" y="-512775"/>
            <a:ext cx="9255834" cy="6169050"/>
          </a:xfrm>
          <a:prstGeom prst="rect">
            <a:avLst/>
          </a:prstGeom>
          <a:ln w="12700">
            <a:miter lim="400000"/>
          </a:ln>
        </p:spPr>
      </p:pic>
      <p:sp>
        <p:nvSpPr>
          <p:cNvPr id="359" name="Google Shape;154;p39"/>
          <p:cNvSpPr/>
          <p:nvPr/>
        </p:nvSpPr>
        <p:spPr>
          <a:xfrm>
            <a:off x="-12994" y="-121787"/>
            <a:ext cx="9378300" cy="5498102"/>
          </a:xfrm>
          <a:prstGeom prst="rect">
            <a:avLst/>
          </a:prstGeom>
          <a:solidFill>
            <a:schemeClr val="accent2">
              <a:alpha val="50000"/>
            </a:schemeClr>
          </a:solidFill>
          <a:ln w="25400">
            <a:solidFill>
              <a:srgbClr val="181818">
                <a:alpha val="50000"/>
              </a:srgbClr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0" name="Google Shape;157;p39"/>
          <p:cNvSpPr/>
          <p:nvPr/>
        </p:nvSpPr>
        <p:spPr>
          <a:xfrm>
            <a:off x="482600" y="774700"/>
            <a:ext cx="8178900" cy="0"/>
          </a:xfrm>
          <a:prstGeom prst="line">
            <a:avLst/>
          </a:prstGeom>
          <a:ln w="127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61" name="Google Shape;155;p39"/>
          <p:cNvSpPr txBox="1"/>
          <p:nvPr/>
        </p:nvSpPr>
        <p:spPr>
          <a:xfrm>
            <a:off x="751403" y="456928"/>
            <a:ext cx="3681902" cy="349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>
            <a:normAutofit fontScale="100000" lnSpcReduction="0"/>
          </a:bodyPr>
          <a:lstStyle>
            <a:lvl1pPr>
              <a:defRPr i="1" sz="1500">
                <a:solidFill>
                  <a:srgbClr val="FFFFFF"/>
                </a:solidFill>
                <a:latin typeface="N27 Medium"/>
                <a:ea typeface="N27 Medium"/>
                <a:cs typeface="N27 Medium"/>
                <a:sym typeface="N27 Medium"/>
              </a:defRPr>
            </a:lvl1pPr>
          </a:lstStyle>
          <a:p>
            <a:pPr/>
            <a:r>
              <a:t>FMB0_1665</a:t>
            </a:r>
          </a:p>
        </p:txBody>
      </p:sp>
      <p:pic>
        <p:nvPicPr>
          <p:cNvPr id="362" name="Google Shape;158;p39" descr="Google Shape;158;p3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65433" y="473101"/>
            <a:ext cx="197163" cy="196229"/>
          </a:xfrm>
          <a:prstGeom prst="rect">
            <a:avLst/>
          </a:prstGeom>
          <a:ln w="12700">
            <a:miter lim="400000"/>
          </a:ln>
        </p:spPr>
      </p:pic>
      <p:sp>
        <p:nvSpPr>
          <p:cNvPr id="363" name="Google Shape;159;p39"/>
          <p:cNvSpPr txBox="1"/>
          <p:nvPr/>
        </p:nvSpPr>
        <p:spPr>
          <a:xfrm>
            <a:off x="7386346" y="277519"/>
            <a:ext cx="1231515" cy="19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>
            <a:normAutofit fontScale="100000" lnSpcReduction="0"/>
          </a:bodyPr>
          <a:lstStyle>
            <a:lvl1pPr algn="r">
              <a:defRPr sz="900">
                <a:solidFill>
                  <a:srgbClr val="FFFFFF"/>
                </a:solidFill>
                <a:latin typeface="N27 Bold"/>
                <a:ea typeface="N27 Bold"/>
                <a:cs typeface="N27 Bold"/>
                <a:sym typeface="N27 Bold"/>
              </a:defRPr>
            </a:lvl1pPr>
          </a:lstStyle>
          <a:p>
            <a:pPr/>
            <a:r>
              <a:t>Institut Pompeu Fabra</a:t>
            </a:r>
          </a:p>
        </p:txBody>
      </p:sp>
      <p:sp>
        <p:nvSpPr>
          <p:cNvPr id="364" name="Google Shape;479;p64"/>
          <p:cNvSpPr txBox="1"/>
          <p:nvPr/>
        </p:nvSpPr>
        <p:spPr>
          <a:xfrm>
            <a:off x="460925" y="1229625"/>
            <a:ext cx="7558200" cy="3060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b">
            <a:normAutofit fontScale="100000" lnSpcReduction="0"/>
          </a:bodyPr>
          <a:lstStyle/>
          <a:p>
            <a:pPr>
              <a:lnSpc>
                <a:spcPct val="80000"/>
              </a:lnSpc>
              <a:defRPr sz="43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Digitalització Aplicada al Sistema Productiu</a:t>
            </a:r>
            <a:br/>
            <a:r>
              <a:t> </a:t>
            </a:r>
            <a:endParaRPr sz="4700"/>
          </a:p>
          <a:p>
            <a:pPr>
              <a:lnSpc>
                <a:spcPct val="64000"/>
              </a:lnSpc>
              <a:defRPr i="1" sz="3000">
                <a:solidFill>
                  <a:srgbClr val="FFFFFF"/>
                </a:solidFill>
                <a:latin typeface="N27 Regular"/>
                <a:ea typeface="N27 Regular"/>
                <a:cs typeface="N27 Regular"/>
                <a:sym typeface="N27 Regular"/>
              </a:defRPr>
            </a:pPr>
            <a:r>
              <a:t>RA6 Classe 01</a:t>
            </a:r>
            <a:endParaRPr sz="3300"/>
          </a:p>
          <a:p>
            <a:pPr>
              <a:lnSpc>
                <a:spcPct val="64000"/>
              </a:lnSpc>
              <a:defRPr i="1" sz="33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</a:p>
          <a:p>
            <a:pPr>
              <a:lnSpc>
                <a:spcPct val="64000"/>
              </a:lnSpc>
              <a:defRPr i="1" sz="3000">
                <a:solidFill>
                  <a:srgbClr val="FFFFFF"/>
                </a:solidFill>
                <a:latin typeface="N27 Medium"/>
                <a:ea typeface="N27 Medium"/>
                <a:cs typeface="N27 Medium"/>
                <a:sym typeface="N27 Medium"/>
              </a:defRPr>
            </a:pPr>
            <a:r>
              <a:rPr sz="3300"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sz="3300"/>
              <a:t>rojecte de transformació digital</a:t>
            </a:r>
          </a:p>
        </p:txBody>
      </p:sp>
      <p:sp>
        <p:nvSpPr>
          <p:cNvPr id="365" name="Google Shape;993;p105"/>
          <p:cNvSpPr txBox="1"/>
          <p:nvPr/>
        </p:nvSpPr>
        <p:spPr>
          <a:xfrm>
            <a:off x="4268045" y="4822921"/>
            <a:ext cx="473126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>
            <a:spAutoFit/>
          </a:bodyPr>
          <a:lstStyle>
            <a:lvl1pPr algn="r">
              <a:defRPr i="1" sz="800">
                <a:solidFill>
                  <a:srgbClr val="FFFFFF"/>
                </a:solidFill>
                <a:latin typeface="N27 Medium"/>
                <a:ea typeface="N27 Medium"/>
                <a:cs typeface="N27 Medium"/>
                <a:sym typeface="N27 Medium"/>
              </a:defRPr>
            </a:lvl1pPr>
          </a:lstStyle>
          <a:p>
            <a:pPr/>
            <a:r>
              <a:t>FAB25 Czechia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201E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167;p40"/>
          <p:cNvSpPr txBox="1"/>
          <p:nvPr/>
        </p:nvSpPr>
        <p:spPr>
          <a:xfrm>
            <a:off x="207748" y="2241549"/>
            <a:ext cx="8728416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spAutoFit/>
          </a:bodyPr>
          <a:lstStyle>
            <a:lvl1pPr algn="ctr">
              <a:lnSpc>
                <a:spcPct val="80000"/>
              </a:lnSpc>
              <a:defRPr i="1" sz="4100">
                <a:solidFill>
                  <a:srgbClr val="665CC0"/>
                </a:solidFill>
                <a:latin typeface="N27 Medium"/>
                <a:ea typeface="N27 Medium"/>
                <a:cs typeface="N27 Medium"/>
                <a:sym typeface="N27 Medium"/>
              </a:defRPr>
            </a:lvl1pPr>
          </a:lstStyle>
          <a:p>
            <a:pPr/>
            <a:r>
              <a:t>Repassem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648;p81"/>
          <p:cNvSpPr/>
          <p:nvPr/>
        </p:nvSpPr>
        <p:spPr>
          <a:xfrm>
            <a:off x="441875" y="1120750"/>
            <a:ext cx="828661" cy="306900"/>
          </a:xfrm>
          <a:prstGeom prst="rect">
            <a:avLst/>
          </a:prstGeom>
          <a:solidFill>
            <a:srgbClr val="E1FE5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500"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370" name="Google Shape;650;p81"/>
          <p:cNvSpPr/>
          <p:nvPr/>
        </p:nvSpPr>
        <p:spPr>
          <a:xfrm>
            <a:off x="1162535" y="1120750"/>
            <a:ext cx="1696201" cy="306900"/>
          </a:xfrm>
          <a:prstGeom prst="rect">
            <a:avLst/>
          </a:prstGeom>
          <a:solidFill>
            <a:srgbClr val="665CC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500"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371" name="Google Shape;649;p81"/>
          <p:cNvSpPr/>
          <p:nvPr/>
        </p:nvSpPr>
        <p:spPr>
          <a:xfrm>
            <a:off x="3509752" y="1120750"/>
            <a:ext cx="2124495" cy="306900"/>
          </a:xfrm>
          <a:prstGeom prst="rect">
            <a:avLst/>
          </a:prstGeom>
          <a:solidFill>
            <a:srgbClr val="EB633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500"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372" name="Google Shape;648;p81"/>
          <p:cNvSpPr/>
          <p:nvPr/>
        </p:nvSpPr>
        <p:spPr>
          <a:xfrm>
            <a:off x="990515" y="1811629"/>
            <a:ext cx="2040241" cy="306901"/>
          </a:xfrm>
          <a:prstGeom prst="rect">
            <a:avLst/>
          </a:prstGeom>
          <a:solidFill>
            <a:srgbClr val="E1FE5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500"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373" name="Google Shape;650;p81"/>
          <p:cNvSpPr/>
          <p:nvPr/>
        </p:nvSpPr>
        <p:spPr>
          <a:xfrm>
            <a:off x="5795009" y="1811629"/>
            <a:ext cx="2124496" cy="306901"/>
          </a:xfrm>
          <a:prstGeom prst="rect">
            <a:avLst/>
          </a:prstGeom>
          <a:solidFill>
            <a:srgbClr val="665CC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500"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374" name="Google Shape;650;p81"/>
          <p:cNvSpPr/>
          <p:nvPr/>
        </p:nvSpPr>
        <p:spPr>
          <a:xfrm>
            <a:off x="389889" y="2157069"/>
            <a:ext cx="1861645" cy="306901"/>
          </a:xfrm>
          <a:prstGeom prst="rect">
            <a:avLst/>
          </a:prstGeom>
          <a:solidFill>
            <a:srgbClr val="665CC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500"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375" name="Google Shape;649;p81"/>
          <p:cNvSpPr/>
          <p:nvPr/>
        </p:nvSpPr>
        <p:spPr>
          <a:xfrm>
            <a:off x="441233" y="2502510"/>
            <a:ext cx="4775977" cy="306901"/>
          </a:xfrm>
          <a:prstGeom prst="rect">
            <a:avLst/>
          </a:prstGeom>
          <a:solidFill>
            <a:srgbClr val="EB633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500"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376" name="Google Shape;651;p81"/>
          <p:cNvSpPr txBox="1"/>
          <p:nvPr>
            <p:ph type="title"/>
          </p:nvPr>
        </p:nvSpPr>
        <p:spPr>
          <a:xfrm>
            <a:off x="441874" y="322975"/>
            <a:ext cx="7719002" cy="1143901"/>
          </a:xfrm>
          <a:prstGeom prst="rect">
            <a:avLst/>
          </a:prstGeom>
        </p:spPr>
        <p:txBody>
          <a:bodyPr/>
          <a:lstStyle>
            <a:lvl1pPr algn="l">
              <a:lnSpc>
                <a:spcPct val="80000"/>
              </a:lnSpc>
              <a:buSzTx/>
              <a:buNone/>
              <a:defRPr sz="3000"/>
            </a:lvl1pPr>
          </a:lstStyle>
          <a:p>
            <a:pPr/>
            <a:r>
              <a:t>Què entenem per digitalització?</a:t>
            </a:r>
          </a:p>
        </p:txBody>
      </p:sp>
      <p:sp>
        <p:nvSpPr>
          <p:cNvPr id="377" name="Google Shape;651;p81"/>
          <p:cNvSpPr txBox="1"/>
          <p:nvPr/>
        </p:nvSpPr>
        <p:spPr>
          <a:xfrm>
            <a:off x="441874" y="1645997"/>
            <a:ext cx="7719002" cy="15889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b">
            <a:normAutofit fontScale="100000" lnSpcReduction="0"/>
          </a:bodyPr>
          <a:lstStyle>
            <a:lvl1pPr>
              <a:lnSpc>
                <a:spcPct val="80000"/>
              </a:lnSpc>
              <a:buClr>
                <a:srgbClr val="000000"/>
              </a:buClr>
              <a:buFont typeface="Arial"/>
              <a:defRPr sz="3000"/>
            </a:lvl1pPr>
          </a:lstStyle>
          <a:p>
            <a:pPr/>
            <a:r>
              <a:t>La digitalització és el procés de transformar informació, objectes i processos físics o analògics en formats digitals mitjançant la utilització de tecnologies informàtiques.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Class="entr" nodeType="after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after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after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after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ntr" nodeType="after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after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74" grpId="6"/>
      <p:bldP build="whole" bldLvl="1" animBg="1" rev="0" advAuto="0" spid="371" grpId="2"/>
      <p:bldP build="whole" bldLvl="1" animBg="1" rev="0" advAuto="0" spid="369" grpId="1"/>
      <p:bldP build="whole" bldLvl="1" animBg="1" rev="0" advAuto="0" spid="372" grpId="4"/>
      <p:bldP build="whole" bldLvl="1" animBg="1" rev="0" advAuto="0" spid="373" grpId="5"/>
      <p:bldP build="whole" bldLvl="1" animBg="1" rev="0" advAuto="0" spid="375" grpId="7"/>
      <p:bldP build="whole" bldLvl="1" animBg="1" rev="0" advAuto="0" spid="370" grpId="3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648;p81"/>
          <p:cNvSpPr/>
          <p:nvPr/>
        </p:nvSpPr>
        <p:spPr>
          <a:xfrm>
            <a:off x="441875" y="1120750"/>
            <a:ext cx="1406273" cy="306900"/>
          </a:xfrm>
          <a:prstGeom prst="rect">
            <a:avLst/>
          </a:prstGeom>
          <a:solidFill>
            <a:srgbClr val="E1FE5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500"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380" name="Google Shape;651;p81"/>
          <p:cNvSpPr txBox="1"/>
          <p:nvPr>
            <p:ph type="title"/>
          </p:nvPr>
        </p:nvSpPr>
        <p:spPr>
          <a:xfrm>
            <a:off x="441874" y="322975"/>
            <a:ext cx="7719002" cy="1143901"/>
          </a:xfrm>
          <a:prstGeom prst="rect">
            <a:avLst/>
          </a:prstGeom>
        </p:spPr>
        <p:txBody>
          <a:bodyPr/>
          <a:lstStyle>
            <a:lvl1pPr algn="l">
              <a:lnSpc>
                <a:spcPct val="80000"/>
              </a:lnSpc>
              <a:buSzTx/>
              <a:buNone/>
              <a:defRPr sz="3000"/>
            </a:lvl1pPr>
          </a:lstStyle>
          <a:p>
            <a:pPr/>
            <a:r>
              <a:t>Què és?</a:t>
            </a:r>
          </a:p>
        </p:txBody>
      </p:sp>
      <p:sp>
        <p:nvSpPr>
          <p:cNvPr id="381" name="Google Shape;650;p81"/>
          <p:cNvSpPr/>
          <p:nvPr/>
        </p:nvSpPr>
        <p:spPr>
          <a:xfrm>
            <a:off x="4077155" y="1753599"/>
            <a:ext cx="3130732" cy="306901"/>
          </a:xfrm>
          <a:prstGeom prst="rect">
            <a:avLst/>
          </a:prstGeom>
          <a:solidFill>
            <a:srgbClr val="665CC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500"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382" name="Google Shape;649;p81"/>
          <p:cNvSpPr/>
          <p:nvPr/>
        </p:nvSpPr>
        <p:spPr>
          <a:xfrm>
            <a:off x="5429992" y="2085950"/>
            <a:ext cx="1628640" cy="306900"/>
          </a:xfrm>
          <a:prstGeom prst="rect">
            <a:avLst/>
          </a:prstGeom>
          <a:solidFill>
            <a:srgbClr val="EB633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500"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383" name="Google Shape;648;p81"/>
          <p:cNvSpPr/>
          <p:nvPr/>
        </p:nvSpPr>
        <p:spPr>
          <a:xfrm>
            <a:off x="391075" y="2759842"/>
            <a:ext cx="1551251" cy="306901"/>
          </a:xfrm>
          <a:prstGeom prst="rect">
            <a:avLst/>
          </a:prstGeom>
          <a:solidFill>
            <a:srgbClr val="E1FE5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500"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384" name="Google Shape;648;p81"/>
          <p:cNvSpPr/>
          <p:nvPr/>
        </p:nvSpPr>
        <p:spPr>
          <a:xfrm>
            <a:off x="5704754" y="2418300"/>
            <a:ext cx="1551252" cy="306901"/>
          </a:xfrm>
          <a:prstGeom prst="rect">
            <a:avLst/>
          </a:prstGeom>
          <a:solidFill>
            <a:srgbClr val="E1FE5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500"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385" name="Google Shape;649;p81"/>
          <p:cNvSpPr/>
          <p:nvPr/>
        </p:nvSpPr>
        <p:spPr>
          <a:xfrm>
            <a:off x="451592" y="2418300"/>
            <a:ext cx="1901095" cy="306901"/>
          </a:xfrm>
          <a:prstGeom prst="rect">
            <a:avLst/>
          </a:prstGeom>
          <a:solidFill>
            <a:srgbClr val="EB633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500"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386" name="Google Shape;650;p81"/>
          <p:cNvSpPr/>
          <p:nvPr/>
        </p:nvSpPr>
        <p:spPr>
          <a:xfrm>
            <a:off x="480515" y="2085950"/>
            <a:ext cx="1484375" cy="306900"/>
          </a:xfrm>
          <a:prstGeom prst="rect">
            <a:avLst/>
          </a:prstGeom>
          <a:solidFill>
            <a:srgbClr val="665CC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500"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387" name="Google Shape;650;p81"/>
          <p:cNvSpPr/>
          <p:nvPr/>
        </p:nvSpPr>
        <p:spPr>
          <a:xfrm>
            <a:off x="4915015" y="3166242"/>
            <a:ext cx="1750639" cy="306901"/>
          </a:xfrm>
          <a:prstGeom prst="rect">
            <a:avLst/>
          </a:prstGeom>
          <a:solidFill>
            <a:srgbClr val="665CC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500"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388" name="Google Shape;649;p81"/>
          <p:cNvSpPr/>
          <p:nvPr/>
        </p:nvSpPr>
        <p:spPr>
          <a:xfrm>
            <a:off x="2920472" y="3457550"/>
            <a:ext cx="5173726" cy="306901"/>
          </a:xfrm>
          <a:prstGeom prst="rect">
            <a:avLst/>
          </a:prstGeom>
          <a:solidFill>
            <a:srgbClr val="EB633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500"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389" name="Google Shape;651;p81"/>
          <p:cNvSpPr txBox="1"/>
          <p:nvPr/>
        </p:nvSpPr>
        <p:spPr>
          <a:xfrm>
            <a:off x="441874" y="1645997"/>
            <a:ext cx="7719002" cy="25345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b">
            <a:normAutofit fontScale="100000" lnSpcReduction="0"/>
          </a:bodyPr>
          <a:lstStyle>
            <a:lvl1pPr defTabSz="896111">
              <a:lnSpc>
                <a:spcPct val="80000"/>
              </a:lnSpc>
              <a:buClr>
                <a:srgbClr val="000000"/>
              </a:buClr>
              <a:buFont typeface="Arial"/>
              <a:defRPr sz="2940"/>
            </a:lvl1pPr>
          </a:lstStyle>
          <a:p>
            <a:pPr/>
            <a:r>
              <a:t>Big data es refereix a conjunts de dades massives i complexos que els sistemes tradicionals de gestió de dades no poden manejar. Quan es recull, gestiona i analitza adequadament, el big data pot ajudar les organitzacions a descobrir nous coneixements i prendre millors decisions empresarials.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Class="entr" nodeType="after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after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after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after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ntr" nodeType="after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after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Class="entr" nodeType="afterEffect" presetSubtype="0" presetID="1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afterEffect" presetSubtype="0" presetID="1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84" grpId="5"/>
      <p:bldP build="whole" bldLvl="1" animBg="1" rev="0" advAuto="0" spid="386" grpId="7"/>
      <p:bldP build="whole" bldLvl="1" animBg="1" rev="0" advAuto="0" spid="387" grpId="8"/>
      <p:bldP build="whole" bldLvl="1" animBg="1" rev="0" advAuto="0" spid="381" grpId="3"/>
      <p:bldP build="whole" bldLvl="1" animBg="1" rev="0" advAuto="0" spid="385" grpId="6"/>
      <p:bldP build="whole" bldLvl="1" animBg="1" rev="0" advAuto="0" spid="382" grpId="2"/>
      <p:bldP build="whole" bldLvl="1" animBg="1" rev="0" advAuto="0" spid="388" grpId="9"/>
      <p:bldP build="whole" bldLvl="1" animBg="1" rev="0" advAuto="0" spid="379" grpId="1"/>
      <p:bldP build="whole" bldLvl="1" animBg="1" rev="0" advAuto="0" spid="383" grpId="4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648;p81"/>
          <p:cNvSpPr/>
          <p:nvPr/>
        </p:nvSpPr>
        <p:spPr>
          <a:xfrm>
            <a:off x="441875" y="1120750"/>
            <a:ext cx="1406273" cy="306900"/>
          </a:xfrm>
          <a:prstGeom prst="rect">
            <a:avLst/>
          </a:prstGeom>
          <a:solidFill>
            <a:srgbClr val="E1FE5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500"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392" name="Google Shape;651;p81"/>
          <p:cNvSpPr txBox="1"/>
          <p:nvPr>
            <p:ph type="title"/>
          </p:nvPr>
        </p:nvSpPr>
        <p:spPr>
          <a:xfrm>
            <a:off x="441874" y="322975"/>
            <a:ext cx="7719002" cy="1143901"/>
          </a:xfrm>
          <a:prstGeom prst="rect">
            <a:avLst/>
          </a:prstGeom>
        </p:spPr>
        <p:txBody>
          <a:bodyPr/>
          <a:lstStyle>
            <a:lvl1pPr algn="l">
              <a:lnSpc>
                <a:spcPct val="80000"/>
              </a:lnSpc>
              <a:buSzTx/>
              <a:buNone/>
              <a:defRPr sz="3000"/>
            </a:lvl1pPr>
          </a:lstStyle>
          <a:p>
            <a:pPr/>
            <a:r>
              <a:t>Què és?</a:t>
            </a:r>
          </a:p>
        </p:txBody>
      </p:sp>
      <p:sp>
        <p:nvSpPr>
          <p:cNvPr id="393" name="Google Shape;650;p81"/>
          <p:cNvSpPr/>
          <p:nvPr/>
        </p:nvSpPr>
        <p:spPr>
          <a:xfrm>
            <a:off x="448183" y="1753599"/>
            <a:ext cx="4418153" cy="306901"/>
          </a:xfrm>
          <a:prstGeom prst="rect">
            <a:avLst/>
          </a:prstGeom>
          <a:solidFill>
            <a:srgbClr val="665CC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500"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394" name="Google Shape;649;p81"/>
          <p:cNvSpPr/>
          <p:nvPr/>
        </p:nvSpPr>
        <p:spPr>
          <a:xfrm>
            <a:off x="428578" y="2085950"/>
            <a:ext cx="4972816" cy="306900"/>
          </a:xfrm>
          <a:prstGeom prst="rect">
            <a:avLst/>
          </a:prstGeom>
          <a:solidFill>
            <a:srgbClr val="EB633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500"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395" name="Google Shape;648;p81"/>
          <p:cNvSpPr/>
          <p:nvPr/>
        </p:nvSpPr>
        <p:spPr>
          <a:xfrm>
            <a:off x="391075" y="2418300"/>
            <a:ext cx="3510454" cy="306901"/>
          </a:xfrm>
          <a:prstGeom prst="rect">
            <a:avLst/>
          </a:prstGeom>
          <a:solidFill>
            <a:srgbClr val="E1FE5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500"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396" name="Google Shape;650;p81"/>
          <p:cNvSpPr/>
          <p:nvPr/>
        </p:nvSpPr>
        <p:spPr>
          <a:xfrm>
            <a:off x="2700584" y="3157822"/>
            <a:ext cx="3871661" cy="306901"/>
          </a:xfrm>
          <a:prstGeom prst="rect">
            <a:avLst/>
          </a:prstGeom>
          <a:solidFill>
            <a:srgbClr val="665CC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500"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397" name="Google Shape;649;p81"/>
          <p:cNvSpPr/>
          <p:nvPr/>
        </p:nvSpPr>
        <p:spPr>
          <a:xfrm>
            <a:off x="461865" y="3491229"/>
            <a:ext cx="4658928" cy="306901"/>
          </a:xfrm>
          <a:prstGeom prst="rect">
            <a:avLst/>
          </a:prstGeom>
          <a:solidFill>
            <a:srgbClr val="EB633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500"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398" name="Google Shape;651;p81"/>
          <p:cNvSpPr txBox="1"/>
          <p:nvPr/>
        </p:nvSpPr>
        <p:spPr>
          <a:xfrm>
            <a:off x="441874" y="1315797"/>
            <a:ext cx="7719002" cy="25345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b">
            <a:normAutofit fontScale="100000" lnSpcReduction="0"/>
          </a:bodyPr>
          <a:lstStyle>
            <a:lvl1pPr>
              <a:lnSpc>
                <a:spcPct val="80000"/>
              </a:lnSpc>
              <a:buClr>
                <a:srgbClr val="000000"/>
              </a:buClr>
              <a:buFont typeface="Arial"/>
              <a:defRPr sz="3000"/>
            </a:lvl1pPr>
          </a:lstStyle>
          <a:p>
            <a:pPr/>
            <a:r>
              <a:t>Internet de les coses (IoT), fa referència a la gran varietat d'objectes físics equipats amb sensors i programari que els permeten interactuar amb poca intervenció humana mitjançant la recopilació i l'intercanvi de dades a través d'una xarxa.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Class="entr" nodeType="after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after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after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after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ntr" nodeType="after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95" grpId="4"/>
      <p:bldP build="whole" bldLvl="1" animBg="1" rev="0" advAuto="0" spid="396" grpId="5"/>
      <p:bldP build="whole" bldLvl="1" animBg="1" rev="0" advAuto="0" spid="393" grpId="3"/>
      <p:bldP build="whole" bldLvl="1" animBg="1" rev="0" advAuto="0" spid="397" grpId="6"/>
      <p:bldP build="whole" bldLvl="1" animBg="1" rev="0" advAuto="0" spid="391" grpId="1"/>
      <p:bldP build="whole" bldLvl="1" animBg="1" rev="0" advAuto="0" spid="394" grpId="2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648;p81"/>
          <p:cNvSpPr/>
          <p:nvPr/>
        </p:nvSpPr>
        <p:spPr>
          <a:xfrm>
            <a:off x="441875" y="1120750"/>
            <a:ext cx="1406273" cy="306900"/>
          </a:xfrm>
          <a:prstGeom prst="rect">
            <a:avLst/>
          </a:prstGeom>
          <a:solidFill>
            <a:srgbClr val="E1FE5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500"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401" name="Google Shape;651;p81"/>
          <p:cNvSpPr txBox="1"/>
          <p:nvPr>
            <p:ph type="title"/>
          </p:nvPr>
        </p:nvSpPr>
        <p:spPr>
          <a:xfrm>
            <a:off x="441874" y="322975"/>
            <a:ext cx="7719002" cy="1143901"/>
          </a:xfrm>
          <a:prstGeom prst="rect">
            <a:avLst/>
          </a:prstGeom>
        </p:spPr>
        <p:txBody>
          <a:bodyPr/>
          <a:lstStyle>
            <a:lvl1pPr algn="l">
              <a:lnSpc>
                <a:spcPct val="80000"/>
              </a:lnSpc>
              <a:buSzTx/>
              <a:buNone/>
              <a:defRPr sz="3000"/>
            </a:lvl1pPr>
          </a:lstStyle>
          <a:p>
            <a:pPr/>
            <a:r>
              <a:t>Què és?</a:t>
            </a:r>
          </a:p>
        </p:txBody>
      </p:sp>
      <p:sp>
        <p:nvSpPr>
          <p:cNvPr id="402" name="Google Shape;650;p81"/>
          <p:cNvSpPr/>
          <p:nvPr/>
        </p:nvSpPr>
        <p:spPr>
          <a:xfrm>
            <a:off x="448183" y="1753599"/>
            <a:ext cx="3871661" cy="306901"/>
          </a:xfrm>
          <a:prstGeom prst="rect">
            <a:avLst/>
          </a:prstGeom>
          <a:solidFill>
            <a:srgbClr val="665CC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500"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403" name="Google Shape;649;p81"/>
          <p:cNvSpPr/>
          <p:nvPr/>
        </p:nvSpPr>
        <p:spPr>
          <a:xfrm>
            <a:off x="6396229" y="1753599"/>
            <a:ext cx="975372" cy="306901"/>
          </a:xfrm>
          <a:prstGeom prst="rect">
            <a:avLst/>
          </a:prstGeom>
          <a:solidFill>
            <a:srgbClr val="EB633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500"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404" name="Google Shape;648;p81"/>
          <p:cNvSpPr/>
          <p:nvPr/>
        </p:nvSpPr>
        <p:spPr>
          <a:xfrm>
            <a:off x="452035" y="2825472"/>
            <a:ext cx="6594649" cy="306901"/>
          </a:xfrm>
          <a:prstGeom prst="rect">
            <a:avLst/>
          </a:prstGeom>
          <a:solidFill>
            <a:srgbClr val="E1FE5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500"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405" name="Google Shape;650;p81"/>
          <p:cNvSpPr/>
          <p:nvPr/>
        </p:nvSpPr>
        <p:spPr>
          <a:xfrm>
            <a:off x="5027224" y="4197627"/>
            <a:ext cx="2894238" cy="306901"/>
          </a:xfrm>
          <a:prstGeom prst="rect">
            <a:avLst/>
          </a:prstGeom>
          <a:solidFill>
            <a:srgbClr val="665CC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500"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406" name="Google Shape;649;p81"/>
          <p:cNvSpPr/>
          <p:nvPr/>
        </p:nvSpPr>
        <p:spPr>
          <a:xfrm>
            <a:off x="2798665" y="3796029"/>
            <a:ext cx="3005420" cy="306901"/>
          </a:xfrm>
          <a:prstGeom prst="rect">
            <a:avLst/>
          </a:prstGeom>
          <a:solidFill>
            <a:srgbClr val="EB633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500"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407" name="Google Shape;649;p81"/>
          <p:cNvSpPr/>
          <p:nvPr/>
        </p:nvSpPr>
        <p:spPr>
          <a:xfrm>
            <a:off x="422149" y="2085950"/>
            <a:ext cx="1790235" cy="306900"/>
          </a:xfrm>
          <a:prstGeom prst="rect">
            <a:avLst/>
          </a:prstGeom>
          <a:solidFill>
            <a:srgbClr val="EB633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500"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408" name="Google Shape;651;p81"/>
          <p:cNvSpPr txBox="1"/>
          <p:nvPr/>
        </p:nvSpPr>
        <p:spPr>
          <a:xfrm>
            <a:off x="441874" y="1315797"/>
            <a:ext cx="7719002" cy="32417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b">
            <a:normAutofit fontScale="100000" lnSpcReduction="0"/>
          </a:bodyPr>
          <a:lstStyle>
            <a:lvl1pPr>
              <a:lnSpc>
                <a:spcPct val="80000"/>
              </a:lnSpc>
              <a:buClr>
                <a:srgbClr val="000000"/>
              </a:buClr>
              <a:buFont typeface="Arial"/>
              <a:defRPr sz="3000"/>
            </a:lvl1pPr>
          </a:lstStyle>
          <a:p>
            <a:pPr/>
            <a:r>
              <a:t>La informàtica al núvol (de l'anglès cloud computing), també coneguda com a computació al núvol o serveis al núvol, és el subministrament de serveis informàtics (inclosos servidors, emmagatzematge, bases de dades, xarxes, programari, anàlisi i intel·ligència) a través d'Internet ("el núvol") mitjançant un esquema de pagament per ús.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Class="entr" nodeType="after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after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after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after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ntr" nodeType="after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after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407" grpId="7"/>
      <p:bldP build="whole" bldLvl="1" animBg="1" rev="0" advAuto="0" spid="406" grpId="6"/>
      <p:bldP build="whole" bldLvl="1" animBg="1" rev="0" advAuto="0" spid="402" grpId="3"/>
      <p:bldP build="whole" bldLvl="1" animBg="1" rev="0" advAuto="0" spid="405" grpId="5"/>
      <p:bldP build="whole" bldLvl="1" animBg="1" rev="0" advAuto="0" spid="404" grpId="4"/>
      <p:bldP build="whole" bldLvl="1" animBg="1" rev="0" advAuto="0" spid="403" grpId="2"/>
      <p:bldP build="whole" bldLvl="1" animBg="1" rev="0" advAuto="0" spid="400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648;p81"/>
          <p:cNvSpPr/>
          <p:nvPr/>
        </p:nvSpPr>
        <p:spPr>
          <a:xfrm>
            <a:off x="441875" y="1120750"/>
            <a:ext cx="1406273" cy="306900"/>
          </a:xfrm>
          <a:prstGeom prst="rect">
            <a:avLst/>
          </a:prstGeom>
          <a:solidFill>
            <a:srgbClr val="E1FE5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500"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411" name="Google Shape;650;p81"/>
          <p:cNvSpPr/>
          <p:nvPr/>
        </p:nvSpPr>
        <p:spPr>
          <a:xfrm>
            <a:off x="3643428" y="1753599"/>
            <a:ext cx="2208057" cy="306901"/>
          </a:xfrm>
          <a:prstGeom prst="rect">
            <a:avLst/>
          </a:prstGeom>
          <a:solidFill>
            <a:srgbClr val="665CC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500"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412" name="Google Shape;649;p81"/>
          <p:cNvSpPr/>
          <p:nvPr/>
        </p:nvSpPr>
        <p:spPr>
          <a:xfrm>
            <a:off x="447141" y="2085950"/>
            <a:ext cx="5732272" cy="306900"/>
          </a:xfrm>
          <a:prstGeom prst="rect">
            <a:avLst/>
          </a:prstGeom>
          <a:solidFill>
            <a:srgbClr val="EB633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500"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413" name="Google Shape;648;p81"/>
          <p:cNvSpPr/>
          <p:nvPr/>
        </p:nvSpPr>
        <p:spPr>
          <a:xfrm>
            <a:off x="437482" y="2418300"/>
            <a:ext cx="2438799" cy="306901"/>
          </a:xfrm>
          <a:prstGeom prst="rect">
            <a:avLst/>
          </a:prstGeom>
          <a:solidFill>
            <a:srgbClr val="E1FE5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500"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414" name="Google Shape;650;p81"/>
          <p:cNvSpPr/>
          <p:nvPr/>
        </p:nvSpPr>
        <p:spPr>
          <a:xfrm>
            <a:off x="435886" y="3157822"/>
            <a:ext cx="1923044" cy="306901"/>
          </a:xfrm>
          <a:prstGeom prst="rect">
            <a:avLst/>
          </a:prstGeom>
          <a:solidFill>
            <a:srgbClr val="665CC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500"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415" name="Google Shape;649;p81"/>
          <p:cNvSpPr/>
          <p:nvPr/>
        </p:nvSpPr>
        <p:spPr>
          <a:xfrm>
            <a:off x="5660983" y="3157822"/>
            <a:ext cx="2045519" cy="306901"/>
          </a:xfrm>
          <a:prstGeom prst="rect">
            <a:avLst/>
          </a:prstGeom>
          <a:solidFill>
            <a:srgbClr val="EB633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500"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416" name="Google Shape;648;p81"/>
          <p:cNvSpPr/>
          <p:nvPr/>
        </p:nvSpPr>
        <p:spPr>
          <a:xfrm>
            <a:off x="5839344" y="2418300"/>
            <a:ext cx="841284" cy="306901"/>
          </a:xfrm>
          <a:prstGeom prst="rect">
            <a:avLst/>
          </a:prstGeom>
          <a:solidFill>
            <a:srgbClr val="E1FE5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500"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417" name="Google Shape;648;p81"/>
          <p:cNvSpPr/>
          <p:nvPr/>
        </p:nvSpPr>
        <p:spPr>
          <a:xfrm>
            <a:off x="437482" y="2788589"/>
            <a:ext cx="1771833" cy="306901"/>
          </a:xfrm>
          <a:prstGeom prst="rect">
            <a:avLst/>
          </a:prstGeom>
          <a:solidFill>
            <a:srgbClr val="E1FE5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500"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418" name="Google Shape;651;p81"/>
          <p:cNvSpPr txBox="1"/>
          <p:nvPr/>
        </p:nvSpPr>
        <p:spPr>
          <a:xfrm>
            <a:off x="441874" y="1315797"/>
            <a:ext cx="7719002" cy="25345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b">
            <a:normAutofit fontScale="100000" lnSpcReduction="0"/>
          </a:bodyPr>
          <a:lstStyle>
            <a:lvl1pPr>
              <a:lnSpc>
                <a:spcPct val="80000"/>
              </a:lnSpc>
              <a:buClr>
                <a:srgbClr val="000000"/>
              </a:buClr>
              <a:buFont typeface="Arial"/>
              <a:defRPr sz="3000"/>
            </a:lvl1pPr>
          </a:lstStyle>
          <a:p>
            <a:pPr/>
            <a:r>
              <a:t>Els models d’IA es “construïxen” a còpia d’entrenar-los amb bases de dades. Una base de dades gran (fins a cert punt) i ben etiquetada és clau per obtindre bones prediccions i, per tant, tindre un “bon” model d’IA</a:t>
            </a:r>
          </a:p>
        </p:txBody>
      </p:sp>
      <p:sp>
        <p:nvSpPr>
          <p:cNvPr id="419" name="Google Shape;651;p81"/>
          <p:cNvSpPr txBox="1"/>
          <p:nvPr>
            <p:ph type="title"/>
          </p:nvPr>
        </p:nvSpPr>
        <p:spPr>
          <a:xfrm>
            <a:off x="441874" y="322975"/>
            <a:ext cx="7719002" cy="1143901"/>
          </a:xfrm>
          <a:prstGeom prst="rect">
            <a:avLst/>
          </a:prstGeom>
        </p:spPr>
        <p:txBody>
          <a:bodyPr/>
          <a:lstStyle>
            <a:lvl1pPr algn="l">
              <a:lnSpc>
                <a:spcPct val="80000"/>
              </a:lnSpc>
              <a:buSzTx/>
              <a:buNone/>
              <a:defRPr sz="3000"/>
            </a:lvl1pPr>
          </a:lstStyle>
          <a:p>
            <a:pPr/>
            <a:r>
              <a:t>Què és?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Class="entr" nodeType="after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after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after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after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ntr" nodeType="after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after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Class="entr" nodeType="afterEffect" presetSubtype="0" presetID="1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412" grpId="1"/>
      <p:bldP build="whole" bldLvl="1" animBg="1" rev="0" advAuto="0" spid="417" grpId="7"/>
      <p:bldP build="whole" bldLvl="1" animBg="1" rev="0" advAuto="0" spid="411" grpId="2"/>
      <p:bldP build="whole" bldLvl="1" animBg="1" rev="0" advAuto="0" spid="410" grpId="8"/>
      <p:bldP build="whole" bldLvl="1" animBg="1" rev="0" advAuto="0" spid="416" grpId="6"/>
      <p:bldP build="whole" bldLvl="1" animBg="1" rev="0" advAuto="0" spid="415" grpId="5"/>
      <p:bldP build="whole" bldLvl="1" animBg="1" rev="0" advAuto="0" spid="413" grpId="3"/>
      <p:bldP build="whole" bldLvl="1" animBg="1" rev="0" advAuto="0" spid="414" grpId="4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201E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263;p49"/>
          <p:cNvSpPr/>
          <p:nvPr/>
        </p:nvSpPr>
        <p:spPr>
          <a:xfrm>
            <a:off x="2628466" y="694544"/>
            <a:ext cx="5245652" cy="486001"/>
          </a:xfrm>
          <a:prstGeom prst="roundRect">
            <a:avLst>
              <a:gd name="adj" fmla="val 50000"/>
            </a:avLst>
          </a:prstGeom>
          <a:solidFill>
            <a:srgbClr val="EB633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422" name="Google Shape;264;p49"/>
          <p:cNvSpPr/>
          <p:nvPr/>
        </p:nvSpPr>
        <p:spPr>
          <a:xfrm>
            <a:off x="5064976" y="1151744"/>
            <a:ext cx="1704199" cy="486001"/>
          </a:xfrm>
          <a:prstGeom prst="roundRect">
            <a:avLst>
              <a:gd name="adj" fmla="val 50000"/>
            </a:avLst>
          </a:prstGeom>
          <a:solidFill>
            <a:srgbClr val="EB633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423" name="Google Shape;263;p49"/>
          <p:cNvSpPr/>
          <p:nvPr/>
        </p:nvSpPr>
        <p:spPr>
          <a:xfrm>
            <a:off x="485663" y="1151744"/>
            <a:ext cx="3698655" cy="486001"/>
          </a:xfrm>
          <a:prstGeom prst="roundRect">
            <a:avLst>
              <a:gd name="adj" fmla="val 50000"/>
            </a:avLst>
          </a:prstGeom>
          <a:solidFill>
            <a:srgbClr val="EB633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424" name="Google Shape;263;p49"/>
          <p:cNvSpPr/>
          <p:nvPr/>
        </p:nvSpPr>
        <p:spPr>
          <a:xfrm>
            <a:off x="544429" y="1635137"/>
            <a:ext cx="2330114" cy="486001"/>
          </a:xfrm>
          <a:prstGeom prst="roundRect">
            <a:avLst>
              <a:gd name="adj" fmla="val 50000"/>
            </a:avLst>
          </a:prstGeom>
          <a:solidFill>
            <a:srgbClr val="EB633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425" name="Google Shape;263;p49"/>
          <p:cNvSpPr/>
          <p:nvPr/>
        </p:nvSpPr>
        <p:spPr>
          <a:xfrm>
            <a:off x="3406943" y="1635137"/>
            <a:ext cx="4165819" cy="486001"/>
          </a:xfrm>
          <a:prstGeom prst="roundRect">
            <a:avLst>
              <a:gd name="adj" fmla="val 50000"/>
            </a:avLst>
          </a:prstGeom>
          <a:solidFill>
            <a:srgbClr val="EB633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426" name="Google Shape;263;p49"/>
          <p:cNvSpPr/>
          <p:nvPr/>
        </p:nvSpPr>
        <p:spPr>
          <a:xfrm>
            <a:off x="544429" y="2092337"/>
            <a:ext cx="1382376" cy="486001"/>
          </a:xfrm>
          <a:prstGeom prst="roundRect">
            <a:avLst>
              <a:gd name="adj" fmla="val 50000"/>
            </a:avLst>
          </a:prstGeom>
          <a:solidFill>
            <a:srgbClr val="EB633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427" name="Google Shape;263;p49"/>
          <p:cNvSpPr/>
          <p:nvPr/>
        </p:nvSpPr>
        <p:spPr>
          <a:xfrm>
            <a:off x="4964029" y="2571750"/>
            <a:ext cx="2086869" cy="486000"/>
          </a:xfrm>
          <a:prstGeom prst="roundRect">
            <a:avLst>
              <a:gd name="adj" fmla="val 50000"/>
            </a:avLst>
          </a:prstGeom>
          <a:solidFill>
            <a:srgbClr val="EB633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428" name="Google Shape;263;p49"/>
          <p:cNvSpPr/>
          <p:nvPr/>
        </p:nvSpPr>
        <p:spPr>
          <a:xfrm>
            <a:off x="412349" y="3032929"/>
            <a:ext cx="1281610" cy="486001"/>
          </a:xfrm>
          <a:prstGeom prst="roundRect">
            <a:avLst>
              <a:gd name="adj" fmla="val 50000"/>
            </a:avLst>
          </a:prstGeom>
          <a:solidFill>
            <a:srgbClr val="EB633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429" name="Google Shape;267;p49"/>
          <p:cNvSpPr txBox="1"/>
          <p:nvPr/>
        </p:nvSpPr>
        <p:spPr>
          <a:xfrm>
            <a:off x="511806" y="632570"/>
            <a:ext cx="7643965" cy="2824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spAutoFit/>
          </a:bodyPr>
          <a:lstStyle/>
          <a:p>
            <a:pPr>
              <a:lnSpc>
                <a:spcPct val="90000"/>
              </a:lnSpc>
              <a:defRPr sz="3500">
                <a:solidFill>
                  <a:srgbClr val="FFFFFF"/>
                </a:solidFill>
              </a:defRPr>
            </a:pPr>
            <a:r>
              <a:t>Activitat 1: Projecte de transformació.</a:t>
            </a:r>
          </a:p>
          <a:p>
            <a:pPr>
              <a:lnSpc>
                <a:spcPct val="90000"/>
              </a:lnSpc>
              <a:defRPr sz="3500">
                <a:solidFill>
                  <a:srgbClr val="FFFFFF"/>
                </a:solidFill>
              </a:defRPr>
            </a:pPr>
            <a:r>
              <a:t>Escolliu l’empresa que vulgueu, assenyaleu les carències en l’àmbit digital que detecteu prenent com a base l’aprés al mòdul i proposeu idees.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201E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263;p49"/>
          <p:cNvSpPr/>
          <p:nvPr/>
        </p:nvSpPr>
        <p:spPr>
          <a:xfrm>
            <a:off x="2628466" y="694544"/>
            <a:ext cx="2482925" cy="486001"/>
          </a:xfrm>
          <a:prstGeom prst="roundRect">
            <a:avLst>
              <a:gd name="adj" fmla="val 50000"/>
            </a:avLst>
          </a:prstGeom>
          <a:solidFill>
            <a:srgbClr val="EB633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432" name="Google Shape;263;p49"/>
          <p:cNvSpPr/>
          <p:nvPr/>
        </p:nvSpPr>
        <p:spPr>
          <a:xfrm>
            <a:off x="485663" y="1151744"/>
            <a:ext cx="6074706" cy="486001"/>
          </a:xfrm>
          <a:prstGeom prst="roundRect">
            <a:avLst>
              <a:gd name="adj" fmla="val 50000"/>
            </a:avLst>
          </a:prstGeom>
          <a:solidFill>
            <a:srgbClr val="EB633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433" name="Google Shape;267;p49"/>
          <p:cNvSpPr txBox="1"/>
          <p:nvPr/>
        </p:nvSpPr>
        <p:spPr>
          <a:xfrm>
            <a:off x="511806" y="651511"/>
            <a:ext cx="7643965" cy="9902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ctr">
            <a:spAutoFit/>
          </a:bodyPr>
          <a:lstStyle/>
          <a:p>
            <a:pPr>
              <a:lnSpc>
                <a:spcPct val="90000"/>
              </a:lnSpc>
              <a:defRPr sz="3500">
                <a:solidFill>
                  <a:srgbClr val="FFFFFF"/>
                </a:solidFill>
              </a:defRPr>
            </a:pPr>
            <a:r>
              <a:t>Activitat 2: Presentació.</a:t>
            </a:r>
          </a:p>
          <a:p>
            <a:pPr>
              <a:lnSpc>
                <a:spcPct val="90000"/>
              </a:lnSpc>
              <a:defRPr sz="3500">
                <a:solidFill>
                  <a:srgbClr val="FFFFFF"/>
                </a:solidFill>
              </a:defRPr>
            </a:pPr>
            <a:r>
              <a:t>Presentacio .pdf del treball fet.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54662960384_ee7ef7cd21_k.jpg" descr="54662960384_ee7ef7cd21_k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55917" y="-512775"/>
            <a:ext cx="9255834" cy="6169050"/>
          </a:xfrm>
          <a:prstGeom prst="rect">
            <a:avLst/>
          </a:prstGeom>
          <a:ln w="12700">
            <a:miter lim="400000"/>
          </a:ln>
        </p:spPr>
      </p:pic>
      <p:sp>
        <p:nvSpPr>
          <p:cNvPr id="436" name="Google Shape;154;p39"/>
          <p:cNvSpPr/>
          <p:nvPr/>
        </p:nvSpPr>
        <p:spPr>
          <a:xfrm>
            <a:off x="-12994" y="-121787"/>
            <a:ext cx="9378300" cy="5498102"/>
          </a:xfrm>
          <a:prstGeom prst="rect">
            <a:avLst/>
          </a:prstGeom>
          <a:solidFill>
            <a:schemeClr val="accent2">
              <a:alpha val="50000"/>
            </a:schemeClr>
          </a:solidFill>
          <a:ln w="25400">
            <a:solidFill>
              <a:srgbClr val="181818">
                <a:alpha val="50000"/>
              </a:srgbClr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7" name="Google Shape;157;p39"/>
          <p:cNvSpPr/>
          <p:nvPr/>
        </p:nvSpPr>
        <p:spPr>
          <a:xfrm>
            <a:off x="482600" y="774700"/>
            <a:ext cx="8178900" cy="0"/>
          </a:xfrm>
          <a:prstGeom prst="line">
            <a:avLst/>
          </a:prstGeom>
          <a:ln w="127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38" name="Google Shape;155;p39"/>
          <p:cNvSpPr txBox="1"/>
          <p:nvPr/>
        </p:nvSpPr>
        <p:spPr>
          <a:xfrm>
            <a:off x="751403" y="456928"/>
            <a:ext cx="3681902" cy="349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>
            <a:normAutofit fontScale="100000" lnSpcReduction="0"/>
          </a:bodyPr>
          <a:lstStyle>
            <a:lvl1pPr>
              <a:defRPr i="1" sz="1500">
                <a:solidFill>
                  <a:srgbClr val="FFFFFF"/>
                </a:solidFill>
                <a:latin typeface="N27 Medium"/>
                <a:ea typeface="N27 Medium"/>
                <a:cs typeface="N27 Medium"/>
                <a:sym typeface="N27 Medium"/>
              </a:defRPr>
            </a:lvl1pPr>
          </a:lstStyle>
          <a:p>
            <a:pPr/>
            <a:r>
              <a:t>FMB0_1665</a:t>
            </a:r>
          </a:p>
        </p:txBody>
      </p:sp>
      <p:pic>
        <p:nvPicPr>
          <p:cNvPr id="439" name="Google Shape;158;p39" descr="Google Shape;158;p3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65433" y="473101"/>
            <a:ext cx="197163" cy="196229"/>
          </a:xfrm>
          <a:prstGeom prst="rect">
            <a:avLst/>
          </a:prstGeom>
          <a:ln w="12700">
            <a:miter lim="400000"/>
          </a:ln>
        </p:spPr>
      </p:pic>
      <p:sp>
        <p:nvSpPr>
          <p:cNvPr id="440" name="Google Shape;159;p39"/>
          <p:cNvSpPr txBox="1"/>
          <p:nvPr/>
        </p:nvSpPr>
        <p:spPr>
          <a:xfrm>
            <a:off x="7386346" y="277519"/>
            <a:ext cx="1231515" cy="19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>
            <a:normAutofit fontScale="100000" lnSpcReduction="0"/>
          </a:bodyPr>
          <a:lstStyle>
            <a:lvl1pPr algn="r">
              <a:defRPr sz="900">
                <a:solidFill>
                  <a:srgbClr val="FFFFFF"/>
                </a:solidFill>
                <a:latin typeface="N27 Bold"/>
                <a:ea typeface="N27 Bold"/>
                <a:cs typeface="N27 Bold"/>
                <a:sym typeface="N27 Bold"/>
              </a:defRPr>
            </a:lvl1pPr>
          </a:lstStyle>
          <a:p>
            <a:pPr/>
            <a:r>
              <a:t>Institut Pompeu Fabra</a:t>
            </a:r>
          </a:p>
        </p:txBody>
      </p:sp>
      <p:sp>
        <p:nvSpPr>
          <p:cNvPr id="441" name="Google Shape;479;p64"/>
          <p:cNvSpPr txBox="1"/>
          <p:nvPr/>
        </p:nvSpPr>
        <p:spPr>
          <a:xfrm>
            <a:off x="460925" y="1229625"/>
            <a:ext cx="7558200" cy="3060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b">
            <a:normAutofit fontScale="100000" lnSpcReduction="0"/>
          </a:bodyPr>
          <a:lstStyle/>
          <a:p>
            <a:pPr>
              <a:lnSpc>
                <a:spcPct val="80000"/>
              </a:lnSpc>
              <a:defRPr sz="43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Digitalització Aplicada al Sistema Productiu</a:t>
            </a:r>
            <a:br/>
            <a:r>
              <a:t> </a:t>
            </a:r>
            <a:endParaRPr sz="4700"/>
          </a:p>
          <a:p>
            <a:pPr>
              <a:lnSpc>
                <a:spcPct val="64000"/>
              </a:lnSpc>
              <a:defRPr i="1" sz="3000">
                <a:solidFill>
                  <a:srgbClr val="FFFFFF"/>
                </a:solidFill>
                <a:latin typeface="N27 Regular"/>
                <a:ea typeface="N27 Regular"/>
                <a:cs typeface="N27 Regular"/>
                <a:sym typeface="N27 Regular"/>
              </a:defRPr>
            </a:pPr>
            <a:r>
              <a:t>RA6 Classe 02</a:t>
            </a:r>
            <a:endParaRPr sz="3300"/>
          </a:p>
          <a:p>
            <a:pPr>
              <a:lnSpc>
                <a:spcPct val="64000"/>
              </a:lnSpc>
              <a:defRPr i="1" sz="33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</a:p>
          <a:p>
            <a:pPr>
              <a:lnSpc>
                <a:spcPct val="64000"/>
              </a:lnSpc>
              <a:defRPr i="1" sz="3000">
                <a:solidFill>
                  <a:srgbClr val="FFFFFF"/>
                </a:solidFill>
                <a:latin typeface="N27 Medium"/>
                <a:ea typeface="N27 Medium"/>
                <a:cs typeface="N27 Medium"/>
                <a:sym typeface="N27 Medium"/>
              </a:defRPr>
            </a:pPr>
            <a:r>
              <a:rPr sz="3300"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sz="3300"/>
              <a:t>rojecte de transformació digital</a:t>
            </a:r>
          </a:p>
        </p:txBody>
      </p:sp>
      <p:sp>
        <p:nvSpPr>
          <p:cNvPr id="442" name="Google Shape;993;p105"/>
          <p:cNvSpPr txBox="1"/>
          <p:nvPr/>
        </p:nvSpPr>
        <p:spPr>
          <a:xfrm>
            <a:off x="4268045" y="4822921"/>
            <a:ext cx="473126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>
            <a:spAutoFit/>
          </a:bodyPr>
          <a:lstStyle>
            <a:lvl1pPr algn="r">
              <a:defRPr i="1" sz="800">
                <a:solidFill>
                  <a:srgbClr val="FFFFFF"/>
                </a:solidFill>
                <a:latin typeface="N27 Medium"/>
                <a:ea typeface="N27 Medium"/>
                <a:cs typeface="N27 Medium"/>
                <a:sym typeface="N27 Medium"/>
              </a:defRPr>
            </a:lvl1pPr>
          </a:lstStyle>
          <a:p>
            <a:pPr/>
            <a:r>
              <a:t>FAB25 Czechia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1FE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909;p98"/>
          <p:cNvSpPr txBox="1"/>
          <p:nvPr/>
        </p:nvSpPr>
        <p:spPr>
          <a:xfrm>
            <a:off x="467258" y="4426275"/>
            <a:ext cx="4511702" cy="34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>
            <a:normAutofit fontScale="100000" lnSpcReduction="0"/>
          </a:bodyPr>
          <a:lstStyle>
            <a:lvl1pPr>
              <a:lnSpc>
                <a:spcPct val="80000"/>
              </a:lnSpc>
              <a:defRPr i="1" sz="1600">
                <a:latin typeface="N27 Regular"/>
                <a:ea typeface="N27 Regular"/>
                <a:cs typeface="N27 Regular"/>
                <a:sym typeface="N27 Regular"/>
              </a:defRPr>
            </a:lvl1pPr>
          </a:lstStyle>
          <a:p>
            <a:pPr/>
            <a:r>
              <a:t>Projecte de transformació digital</a:t>
            </a:r>
          </a:p>
        </p:txBody>
      </p:sp>
      <p:sp>
        <p:nvSpPr>
          <p:cNvPr id="445" name="Google Shape;908;p98"/>
          <p:cNvSpPr txBox="1"/>
          <p:nvPr>
            <p:ph type="title"/>
          </p:nvPr>
        </p:nvSpPr>
        <p:spPr>
          <a:xfrm>
            <a:off x="391050" y="309824"/>
            <a:ext cx="7573799" cy="2123402"/>
          </a:xfrm>
          <a:prstGeom prst="rect">
            <a:avLst/>
          </a:prstGeom>
        </p:spPr>
        <p:txBody>
          <a:bodyPr/>
          <a:lstStyle>
            <a:lvl1pPr algn="l">
              <a:lnSpc>
                <a:spcPct val="80000"/>
              </a:lnSpc>
              <a:buSzTx/>
              <a:buNone/>
              <a:defRPr i="1" sz="3000">
                <a:latin typeface="N27 Medium"/>
                <a:ea typeface="N27 Medium"/>
                <a:cs typeface="N27 Medium"/>
                <a:sym typeface="N27 Medium"/>
              </a:defRPr>
            </a:lvl1pPr>
          </a:lstStyle>
          <a:p>
            <a:pPr/>
            <a:r>
              <a:t>Hora de treballar… Dubtes? Preguntes?</a:t>
            </a:r>
          </a:p>
        </p:txBody>
      </p:sp>
      <p:sp>
        <p:nvSpPr>
          <p:cNvPr id="446" name="Google Shape;910;p98"/>
          <p:cNvSpPr/>
          <p:nvPr/>
        </p:nvSpPr>
        <p:spPr>
          <a:xfrm>
            <a:off x="478280" y="4218552"/>
            <a:ext cx="8187302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8" name="54662960384_ee7ef7cd21_k.jpg" descr="54662960384_ee7ef7cd21_k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55917" y="-512775"/>
            <a:ext cx="9255834" cy="6169050"/>
          </a:xfrm>
          <a:prstGeom prst="rect">
            <a:avLst/>
          </a:prstGeom>
          <a:ln w="12700">
            <a:miter lim="400000"/>
          </a:ln>
        </p:spPr>
      </p:pic>
      <p:sp>
        <p:nvSpPr>
          <p:cNvPr id="449" name="Google Shape;154;p39"/>
          <p:cNvSpPr/>
          <p:nvPr/>
        </p:nvSpPr>
        <p:spPr>
          <a:xfrm>
            <a:off x="-12994" y="-121787"/>
            <a:ext cx="9378300" cy="5498102"/>
          </a:xfrm>
          <a:prstGeom prst="rect">
            <a:avLst/>
          </a:prstGeom>
          <a:solidFill>
            <a:schemeClr val="accent2">
              <a:alpha val="50000"/>
            </a:schemeClr>
          </a:solidFill>
          <a:ln w="25400">
            <a:solidFill>
              <a:srgbClr val="181818">
                <a:alpha val="50000"/>
              </a:srgbClr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0" name="Google Shape;157;p39"/>
          <p:cNvSpPr/>
          <p:nvPr/>
        </p:nvSpPr>
        <p:spPr>
          <a:xfrm>
            <a:off x="482600" y="774700"/>
            <a:ext cx="8178900" cy="0"/>
          </a:xfrm>
          <a:prstGeom prst="line">
            <a:avLst/>
          </a:prstGeom>
          <a:ln w="127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51" name="Google Shape;155;p39"/>
          <p:cNvSpPr txBox="1"/>
          <p:nvPr/>
        </p:nvSpPr>
        <p:spPr>
          <a:xfrm>
            <a:off x="751403" y="456928"/>
            <a:ext cx="3681902" cy="349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>
            <a:normAutofit fontScale="100000" lnSpcReduction="0"/>
          </a:bodyPr>
          <a:lstStyle>
            <a:lvl1pPr>
              <a:defRPr i="1" sz="1500">
                <a:solidFill>
                  <a:srgbClr val="FFFFFF"/>
                </a:solidFill>
                <a:latin typeface="N27 Medium"/>
                <a:ea typeface="N27 Medium"/>
                <a:cs typeface="N27 Medium"/>
                <a:sym typeface="N27 Medium"/>
              </a:defRPr>
            </a:lvl1pPr>
          </a:lstStyle>
          <a:p>
            <a:pPr/>
            <a:r>
              <a:t>FMB0_1665</a:t>
            </a:r>
          </a:p>
        </p:txBody>
      </p:sp>
      <p:pic>
        <p:nvPicPr>
          <p:cNvPr id="452" name="Google Shape;158;p39" descr="Google Shape;158;p3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65433" y="473101"/>
            <a:ext cx="197163" cy="196229"/>
          </a:xfrm>
          <a:prstGeom prst="rect">
            <a:avLst/>
          </a:prstGeom>
          <a:ln w="12700">
            <a:miter lim="400000"/>
          </a:ln>
        </p:spPr>
      </p:pic>
      <p:sp>
        <p:nvSpPr>
          <p:cNvPr id="453" name="Google Shape;159;p39"/>
          <p:cNvSpPr txBox="1"/>
          <p:nvPr/>
        </p:nvSpPr>
        <p:spPr>
          <a:xfrm>
            <a:off x="7386346" y="277519"/>
            <a:ext cx="1231515" cy="19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>
            <a:normAutofit fontScale="100000" lnSpcReduction="0"/>
          </a:bodyPr>
          <a:lstStyle>
            <a:lvl1pPr algn="r">
              <a:defRPr sz="900">
                <a:solidFill>
                  <a:srgbClr val="FFFFFF"/>
                </a:solidFill>
                <a:latin typeface="N27 Bold"/>
                <a:ea typeface="N27 Bold"/>
                <a:cs typeface="N27 Bold"/>
                <a:sym typeface="N27 Bold"/>
              </a:defRPr>
            </a:lvl1pPr>
          </a:lstStyle>
          <a:p>
            <a:pPr/>
            <a:r>
              <a:t>Institut Pompeu Fabra</a:t>
            </a:r>
          </a:p>
        </p:txBody>
      </p:sp>
      <p:sp>
        <p:nvSpPr>
          <p:cNvPr id="454" name="Google Shape;479;p64"/>
          <p:cNvSpPr txBox="1"/>
          <p:nvPr/>
        </p:nvSpPr>
        <p:spPr>
          <a:xfrm>
            <a:off x="460925" y="1229625"/>
            <a:ext cx="7558200" cy="3060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b">
            <a:normAutofit fontScale="100000" lnSpcReduction="0"/>
          </a:bodyPr>
          <a:lstStyle/>
          <a:p>
            <a:pPr>
              <a:lnSpc>
                <a:spcPct val="80000"/>
              </a:lnSpc>
              <a:defRPr sz="43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Digitalització Aplicada al Sistema Productiu</a:t>
            </a:r>
            <a:br/>
            <a:r>
              <a:t> </a:t>
            </a:r>
            <a:endParaRPr sz="4700"/>
          </a:p>
          <a:p>
            <a:pPr>
              <a:lnSpc>
                <a:spcPct val="64000"/>
              </a:lnSpc>
              <a:defRPr i="1" sz="3000">
                <a:solidFill>
                  <a:srgbClr val="FFFFFF"/>
                </a:solidFill>
                <a:latin typeface="N27 Regular"/>
                <a:ea typeface="N27 Regular"/>
                <a:cs typeface="N27 Regular"/>
                <a:sym typeface="N27 Regular"/>
              </a:defRPr>
            </a:pPr>
            <a:r>
              <a:t>RA6 Classe 03</a:t>
            </a:r>
            <a:endParaRPr sz="3300"/>
          </a:p>
          <a:p>
            <a:pPr>
              <a:lnSpc>
                <a:spcPct val="64000"/>
              </a:lnSpc>
              <a:defRPr i="1" sz="33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</a:p>
          <a:p>
            <a:pPr>
              <a:lnSpc>
                <a:spcPct val="64000"/>
              </a:lnSpc>
              <a:defRPr i="1" sz="3000">
                <a:solidFill>
                  <a:srgbClr val="FFFFFF"/>
                </a:solidFill>
                <a:latin typeface="N27 Medium"/>
                <a:ea typeface="N27 Medium"/>
                <a:cs typeface="N27 Medium"/>
                <a:sym typeface="N27 Medium"/>
              </a:defRPr>
            </a:pPr>
            <a:r>
              <a:rPr sz="3300"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sz="3300"/>
              <a:t>rojecte de transformació digital</a:t>
            </a:r>
          </a:p>
        </p:txBody>
      </p:sp>
      <p:sp>
        <p:nvSpPr>
          <p:cNvPr id="455" name="Google Shape;993;p105"/>
          <p:cNvSpPr txBox="1"/>
          <p:nvPr/>
        </p:nvSpPr>
        <p:spPr>
          <a:xfrm>
            <a:off x="4268045" y="4822921"/>
            <a:ext cx="473126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>
            <a:spAutoFit/>
          </a:bodyPr>
          <a:lstStyle>
            <a:lvl1pPr algn="r">
              <a:defRPr i="1" sz="800">
                <a:solidFill>
                  <a:srgbClr val="FFFFFF"/>
                </a:solidFill>
                <a:latin typeface="N27 Medium"/>
                <a:ea typeface="N27 Medium"/>
                <a:cs typeface="N27 Medium"/>
                <a:sym typeface="N27 Medium"/>
              </a:defRPr>
            </a:lvl1pPr>
          </a:lstStyle>
          <a:p>
            <a:pPr/>
            <a:r>
              <a:t>FAB25 Czechia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1FE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909;p98"/>
          <p:cNvSpPr txBox="1"/>
          <p:nvPr/>
        </p:nvSpPr>
        <p:spPr>
          <a:xfrm>
            <a:off x="467258" y="4426275"/>
            <a:ext cx="4511702" cy="34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>
            <a:normAutofit fontScale="100000" lnSpcReduction="0"/>
          </a:bodyPr>
          <a:lstStyle>
            <a:lvl1pPr>
              <a:lnSpc>
                <a:spcPct val="80000"/>
              </a:lnSpc>
              <a:defRPr i="1" sz="1600">
                <a:latin typeface="N27 Regular"/>
                <a:ea typeface="N27 Regular"/>
                <a:cs typeface="N27 Regular"/>
                <a:sym typeface="N27 Regular"/>
              </a:defRPr>
            </a:lvl1pPr>
          </a:lstStyle>
          <a:p>
            <a:pPr/>
            <a:r>
              <a:t>Projecte de transformació digital</a:t>
            </a:r>
          </a:p>
        </p:txBody>
      </p:sp>
      <p:sp>
        <p:nvSpPr>
          <p:cNvPr id="458" name="Google Shape;908;p98"/>
          <p:cNvSpPr txBox="1"/>
          <p:nvPr>
            <p:ph type="title"/>
          </p:nvPr>
        </p:nvSpPr>
        <p:spPr>
          <a:xfrm>
            <a:off x="391050" y="309824"/>
            <a:ext cx="7573799" cy="2123402"/>
          </a:xfrm>
          <a:prstGeom prst="rect">
            <a:avLst/>
          </a:prstGeom>
        </p:spPr>
        <p:txBody>
          <a:bodyPr/>
          <a:lstStyle>
            <a:lvl1pPr algn="l">
              <a:lnSpc>
                <a:spcPct val="80000"/>
              </a:lnSpc>
              <a:buSzTx/>
              <a:buNone/>
              <a:defRPr i="1" sz="3000">
                <a:latin typeface="N27 Medium"/>
                <a:ea typeface="N27 Medium"/>
                <a:cs typeface="N27 Medium"/>
                <a:sym typeface="N27 Medium"/>
              </a:defRPr>
            </a:lvl1pPr>
          </a:lstStyle>
          <a:p>
            <a:pPr/>
            <a:r>
              <a:t>Hora de treballar… Dubtes? Preguntes?</a:t>
            </a:r>
          </a:p>
        </p:txBody>
      </p:sp>
      <p:sp>
        <p:nvSpPr>
          <p:cNvPr id="459" name="Google Shape;910;p98"/>
          <p:cNvSpPr/>
          <p:nvPr/>
        </p:nvSpPr>
        <p:spPr>
          <a:xfrm>
            <a:off x="478280" y="4218552"/>
            <a:ext cx="8187302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1" name="54662960384_ee7ef7cd21_k.jpg" descr="54662960384_ee7ef7cd21_k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55917" y="-512775"/>
            <a:ext cx="9255834" cy="6169050"/>
          </a:xfrm>
          <a:prstGeom prst="rect">
            <a:avLst/>
          </a:prstGeom>
          <a:ln w="12700">
            <a:miter lim="400000"/>
          </a:ln>
        </p:spPr>
      </p:pic>
      <p:sp>
        <p:nvSpPr>
          <p:cNvPr id="462" name="Google Shape;154;p39"/>
          <p:cNvSpPr/>
          <p:nvPr/>
        </p:nvSpPr>
        <p:spPr>
          <a:xfrm>
            <a:off x="-12994" y="-121787"/>
            <a:ext cx="9378300" cy="5498102"/>
          </a:xfrm>
          <a:prstGeom prst="rect">
            <a:avLst/>
          </a:prstGeom>
          <a:solidFill>
            <a:schemeClr val="accent2">
              <a:alpha val="50000"/>
            </a:schemeClr>
          </a:solidFill>
          <a:ln w="25400">
            <a:solidFill>
              <a:srgbClr val="181818">
                <a:alpha val="50000"/>
              </a:srgbClr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3" name="Google Shape;157;p39"/>
          <p:cNvSpPr/>
          <p:nvPr/>
        </p:nvSpPr>
        <p:spPr>
          <a:xfrm>
            <a:off x="482600" y="774700"/>
            <a:ext cx="8178900" cy="0"/>
          </a:xfrm>
          <a:prstGeom prst="line">
            <a:avLst/>
          </a:prstGeom>
          <a:ln w="127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64" name="Google Shape;155;p39"/>
          <p:cNvSpPr txBox="1"/>
          <p:nvPr/>
        </p:nvSpPr>
        <p:spPr>
          <a:xfrm>
            <a:off x="751403" y="456928"/>
            <a:ext cx="3681902" cy="349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>
            <a:normAutofit fontScale="100000" lnSpcReduction="0"/>
          </a:bodyPr>
          <a:lstStyle>
            <a:lvl1pPr>
              <a:defRPr i="1" sz="1500">
                <a:solidFill>
                  <a:srgbClr val="FFFFFF"/>
                </a:solidFill>
                <a:latin typeface="N27 Medium"/>
                <a:ea typeface="N27 Medium"/>
                <a:cs typeface="N27 Medium"/>
                <a:sym typeface="N27 Medium"/>
              </a:defRPr>
            </a:lvl1pPr>
          </a:lstStyle>
          <a:p>
            <a:pPr/>
            <a:r>
              <a:t>FMB0_1665</a:t>
            </a:r>
          </a:p>
        </p:txBody>
      </p:sp>
      <p:pic>
        <p:nvPicPr>
          <p:cNvPr id="465" name="Google Shape;158;p39" descr="Google Shape;158;p3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65433" y="473101"/>
            <a:ext cx="197163" cy="196229"/>
          </a:xfrm>
          <a:prstGeom prst="rect">
            <a:avLst/>
          </a:prstGeom>
          <a:ln w="12700">
            <a:miter lim="400000"/>
          </a:ln>
        </p:spPr>
      </p:pic>
      <p:sp>
        <p:nvSpPr>
          <p:cNvPr id="466" name="Google Shape;159;p39"/>
          <p:cNvSpPr txBox="1"/>
          <p:nvPr/>
        </p:nvSpPr>
        <p:spPr>
          <a:xfrm>
            <a:off x="7386346" y="277519"/>
            <a:ext cx="1231515" cy="19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>
            <a:normAutofit fontScale="100000" lnSpcReduction="0"/>
          </a:bodyPr>
          <a:lstStyle>
            <a:lvl1pPr algn="r">
              <a:defRPr sz="900">
                <a:solidFill>
                  <a:srgbClr val="FFFFFF"/>
                </a:solidFill>
                <a:latin typeface="N27 Bold"/>
                <a:ea typeface="N27 Bold"/>
                <a:cs typeface="N27 Bold"/>
                <a:sym typeface="N27 Bold"/>
              </a:defRPr>
            </a:lvl1pPr>
          </a:lstStyle>
          <a:p>
            <a:pPr/>
            <a:r>
              <a:t>Institut Pompeu Fabra</a:t>
            </a:r>
          </a:p>
        </p:txBody>
      </p:sp>
      <p:sp>
        <p:nvSpPr>
          <p:cNvPr id="467" name="Google Shape;479;p64"/>
          <p:cNvSpPr txBox="1"/>
          <p:nvPr/>
        </p:nvSpPr>
        <p:spPr>
          <a:xfrm>
            <a:off x="460925" y="1229625"/>
            <a:ext cx="7558200" cy="3060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b">
            <a:normAutofit fontScale="100000" lnSpcReduction="0"/>
          </a:bodyPr>
          <a:lstStyle/>
          <a:p>
            <a:pPr>
              <a:lnSpc>
                <a:spcPct val="80000"/>
              </a:lnSpc>
              <a:defRPr sz="43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Digitalització Aplicada al Sistema Productiu</a:t>
            </a:r>
            <a:br/>
            <a:r>
              <a:t> </a:t>
            </a:r>
            <a:endParaRPr sz="4700"/>
          </a:p>
          <a:p>
            <a:pPr>
              <a:lnSpc>
                <a:spcPct val="64000"/>
              </a:lnSpc>
              <a:defRPr i="1" sz="3000">
                <a:solidFill>
                  <a:srgbClr val="FFFFFF"/>
                </a:solidFill>
                <a:latin typeface="N27 Regular"/>
                <a:ea typeface="N27 Regular"/>
                <a:cs typeface="N27 Regular"/>
                <a:sym typeface="N27 Regular"/>
              </a:defRPr>
            </a:pPr>
            <a:r>
              <a:t>RA6 Classe 04</a:t>
            </a:r>
            <a:endParaRPr sz="3300"/>
          </a:p>
          <a:p>
            <a:pPr>
              <a:lnSpc>
                <a:spcPct val="64000"/>
              </a:lnSpc>
              <a:defRPr i="1" sz="33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</a:p>
          <a:p>
            <a:pPr>
              <a:lnSpc>
                <a:spcPct val="64000"/>
              </a:lnSpc>
              <a:defRPr i="1" sz="3000">
                <a:solidFill>
                  <a:srgbClr val="FFFFFF"/>
                </a:solidFill>
                <a:latin typeface="N27 Medium"/>
                <a:ea typeface="N27 Medium"/>
                <a:cs typeface="N27 Medium"/>
                <a:sym typeface="N27 Medium"/>
              </a:defRPr>
            </a:pPr>
            <a:r>
              <a:rPr sz="3300"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sz="3300"/>
              <a:t>rojecte de transformació digital</a:t>
            </a:r>
          </a:p>
        </p:txBody>
      </p:sp>
      <p:sp>
        <p:nvSpPr>
          <p:cNvPr id="468" name="Google Shape;993;p105"/>
          <p:cNvSpPr txBox="1"/>
          <p:nvPr/>
        </p:nvSpPr>
        <p:spPr>
          <a:xfrm>
            <a:off x="4268045" y="4822921"/>
            <a:ext cx="473126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>
            <a:spAutoFit/>
          </a:bodyPr>
          <a:lstStyle>
            <a:lvl1pPr algn="r">
              <a:defRPr i="1" sz="800">
                <a:solidFill>
                  <a:srgbClr val="FFFFFF"/>
                </a:solidFill>
                <a:latin typeface="N27 Medium"/>
                <a:ea typeface="N27 Medium"/>
                <a:cs typeface="N27 Medium"/>
                <a:sym typeface="N27 Medium"/>
              </a:defRPr>
            </a:lvl1pPr>
          </a:lstStyle>
          <a:p>
            <a:pPr/>
            <a:r>
              <a:t>FAB25 Czechia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1FE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909;p98"/>
          <p:cNvSpPr txBox="1"/>
          <p:nvPr/>
        </p:nvSpPr>
        <p:spPr>
          <a:xfrm>
            <a:off x="467258" y="4426275"/>
            <a:ext cx="4511702" cy="34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>
            <a:normAutofit fontScale="100000" lnSpcReduction="0"/>
          </a:bodyPr>
          <a:lstStyle>
            <a:lvl1pPr>
              <a:lnSpc>
                <a:spcPct val="80000"/>
              </a:lnSpc>
              <a:defRPr i="1" sz="1600">
                <a:latin typeface="N27 Regular"/>
                <a:ea typeface="N27 Regular"/>
                <a:cs typeface="N27 Regular"/>
                <a:sym typeface="N27 Regular"/>
              </a:defRPr>
            </a:lvl1pPr>
          </a:lstStyle>
          <a:p>
            <a:pPr/>
            <a:r>
              <a:t>Projecte de transformació digital</a:t>
            </a:r>
          </a:p>
        </p:txBody>
      </p:sp>
      <p:sp>
        <p:nvSpPr>
          <p:cNvPr id="471" name="Google Shape;908;p98"/>
          <p:cNvSpPr txBox="1"/>
          <p:nvPr>
            <p:ph type="title"/>
          </p:nvPr>
        </p:nvSpPr>
        <p:spPr>
          <a:xfrm>
            <a:off x="391050" y="309824"/>
            <a:ext cx="7573799" cy="2123402"/>
          </a:xfrm>
          <a:prstGeom prst="rect">
            <a:avLst/>
          </a:prstGeom>
        </p:spPr>
        <p:txBody>
          <a:bodyPr/>
          <a:lstStyle>
            <a:lvl1pPr algn="l">
              <a:lnSpc>
                <a:spcPct val="80000"/>
              </a:lnSpc>
              <a:buSzTx/>
              <a:buNone/>
              <a:defRPr i="1" sz="3000">
                <a:latin typeface="N27 Medium"/>
                <a:ea typeface="N27 Medium"/>
                <a:cs typeface="N27 Medium"/>
                <a:sym typeface="N27 Medium"/>
              </a:defRPr>
            </a:lvl1pPr>
          </a:lstStyle>
          <a:p>
            <a:pPr/>
            <a:r>
              <a:t>Hora de treballar… Dubtes? Preguntes?</a:t>
            </a:r>
          </a:p>
        </p:txBody>
      </p:sp>
      <p:sp>
        <p:nvSpPr>
          <p:cNvPr id="472" name="Google Shape;910;p98"/>
          <p:cNvSpPr/>
          <p:nvPr/>
        </p:nvSpPr>
        <p:spPr>
          <a:xfrm>
            <a:off x="478280" y="4218552"/>
            <a:ext cx="8187302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4" name="54662960384_ee7ef7cd21_k.jpg" descr="54662960384_ee7ef7cd21_k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55917" y="-512775"/>
            <a:ext cx="9255834" cy="6169050"/>
          </a:xfrm>
          <a:prstGeom prst="rect">
            <a:avLst/>
          </a:prstGeom>
          <a:ln w="12700">
            <a:miter lim="400000"/>
          </a:ln>
        </p:spPr>
      </p:pic>
      <p:sp>
        <p:nvSpPr>
          <p:cNvPr id="475" name="Google Shape;154;p39"/>
          <p:cNvSpPr/>
          <p:nvPr/>
        </p:nvSpPr>
        <p:spPr>
          <a:xfrm>
            <a:off x="-12994" y="-121787"/>
            <a:ext cx="9378300" cy="5498102"/>
          </a:xfrm>
          <a:prstGeom prst="rect">
            <a:avLst/>
          </a:prstGeom>
          <a:solidFill>
            <a:schemeClr val="accent2">
              <a:alpha val="50000"/>
            </a:schemeClr>
          </a:solidFill>
          <a:ln w="25400">
            <a:solidFill>
              <a:srgbClr val="181818">
                <a:alpha val="50000"/>
              </a:srgbClr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6" name="Google Shape;157;p39"/>
          <p:cNvSpPr/>
          <p:nvPr/>
        </p:nvSpPr>
        <p:spPr>
          <a:xfrm>
            <a:off x="482600" y="774700"/>
            <a:ext cx="8178900" cy="0"/>
          </a:xfrm>
          <a:prstGeom prst="line">
            <a:avLst/>
          </a:prstGeom>
          <a:ln w="127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77" name="Google Shape;155;p39"/>
          <p:cNvSpPr txBox="1"/>
          <p:nvPr/>
        </p:nvSpPr>
        <p:spPr>
          <a:xfrm>
            <a:off x="751403" y="456928"/>
            <a:ext cx="3681902" cy="349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>
            <a:normAutofit fontScale="100000" lnSpcReduction="0"/>
          </a:bodyPr>
          <a:lstStyle>
            <a:lvl1pPr>
              <a:defRPr i="1" sz="1500">
                <a:solidFill>
                  <a:srgbClr val="FFFFFF"/>
                </a:solidFill>
                <a:latin typeface="N27 Medium"/>
                <a:ea typeface="N27 Medium"/>
                <a:cs typeface="N27 Medium"/>
                <a:sym typeface="N27 Medium"/>
              </a:defRPr>
            </a:lvl1pPr>
          </a:lstStyle>
          <a:p>
            <a:pPr/>
            <a:r>
              <a:t>FMB0_1665</a:t>
            </a:r>
          </a:p>
        </p:txBody>
      </p:sp>
      <p:pic>
        <p:nvPicPr>
          <p:cNvPr id="478" name="Google Shape;158;p39" descr="Google Shape;158;p3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65433" y="473101"/>
            <a:ext cx="197163" cy="196229"/>
          </a:xfrm>
          <a:prstGeom prst="rect">
            <a:avLst/>
          </a:prstGeom>
          <a:ln w="12700">
            <a:miter lim="400000"/>
          </a:ln>
        </p:spPr>
      </p:pic>
      <p:sp>
        <p:nvSpPr>
          <p:cNvPr id="479" name="Google Shape;159;p39"/>
          <p:cNvSpPr txBox="1"/>
          <p:nvPr/>
        </p:nvSpPr>
        <p:spPr>
          <a:xfrm>
            <a:off x="7386346" y="277519"/>
            <a:ext cx="1231515" cy="19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>
            <a:normAutofit fontScale="100000" lnSpcReduction="0"/>
          </a:bodyPr>
          <a:lstStyle>
            <a:lvl1pPr algn="r">
              <a:defRPr sz="900">
                <a:solidFill>
                  <a:srgbClr val="FFFFFF"/>
                </a:solidFill>
                <a:latin typeface="N27 Bold"/>
                <a:ea typeface="N27 Bold"/>
                <a:cs typeface="N27 Bold"/>
                <a:sym typeface="N27 Bold"/>
              </a:defRPr>
            </a:lvl1pPr>
          </a:lstStyle>
          <a:p>
            <a:pPr/>
            <a:r>
              <a:t>Institut Pompeu Fabra</a:t>
            </a:r>
          </a:p>
        </p:txBody>
      </p:sp>
      <p:sp>
        <p:nvSpPr>
          <p:cNvPr id="480" name="Google Shape;479;p64"/>
          <p:cNvSpPr txBox="1"/>
          <p:nvPr/>
        </p:nvSpPr>
        <p:spPr>
          <a:xfrm>
            <a:off x="460925" y="1229625"/>
            <a:ext cx="7558200" cy="3060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b">
            <a:normAutofit fontScale="100000" lnSpcReduction="0"/>
          </a:bodyPr>
          <a:lstStyle/>
          <a:p>
            <a:pPr>
              <a:lnSpc>
                <a:spcPct val="80000"/>
              </a:lnSpc>
              <a:defRPr sz="43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Digitalització Aplicada al Sistema Productiu</a:t>
            </a:r>
            <a:br/>
            <a:r>
              <a:t> </a:t>
            </a:r>
            <a:endParaRPr sz="4700"/>
          </a:p>
          <a:p>
            <a:pPr>
              <a:lnSpc>
                <a:spcPct val="64000"/>
              </a:lnSpc>
              <a:defRPr i="1" sz="3000">
                <a:solidFill>
                  <a:srgbClr val="FFFFFF"/>
                </a:solidFill>
                <a:latin typeface="N27 Regular"/>
                <a:ea typeface="N27 Regular"/>
                <a:cs typeface="N27 Regular"/>
                <a:sym typeface="N27 Regular"/>
              </a:defRPr>
            </a:pPr>
            <a:r>
              <a:t>RA6 Classe 05</a:t>
            </a:r>
            <a:endParaRPr sz="3300"/>
          </a:p>
          <a:p>
            <a:pPr>
              <a:lnSpc>
                <a:spcPct val="64000"/>
              </a:lnSpc>
              <a:defRPr i="1" sz="33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</a:p>
          <a:p>
            <a:pPr>
              <a:lnSpc>
                <a:spcPct val="64000"/>
              </a:lnSpc>
              <a:defRPr i="1" sz="3000">
                <a:solidFill>
                  <a:srgbClr val="FFFFFF"/>
                </a:solidFill>
                <a:latin typeface="N27 Medium"/>
                <a:ea typeface="N27 Medium"/>
                <a:cs typeface="N27 Medium"/>
                <a:sym typeface="N27 Medium"/>
              </a:defRPr>
            </a:pPr>
            <a:r>
              <a:rPr sz="3300"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sz="3300"/>
              <a:t>rojecte de transformació digital</a:t>
            </a:r>
          </a:p>
        </p:txBody>
      </p:sp>
      <p:sp>
        <p:nvSpPr>
          <p:cNvPr id="481" name="Google Shape;993;p105"/>
          <p:cNvSpPr txBox="1"/>
          <p:nvPr/>
        </p:nvSpPr>
        <p:spPr>
          <a:xfrm>
            <a:off x="4268045" y="4822921"/>
            <a:ext cx="473126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>
            <a:spAutoFit/>
          </a:bodyPr>
          <a:lstStyle>
            <a:lvl1pPr algn="r">
              <a:defRPr i="1" sz="800">
                <a:solidFill>
                  <a:srgbClr val="FFFFFF"/>
                </a:solidFill>
                <a:latin typeface="N27 Medium"/>
                <a:ea typeface="N27 Medium"/>
                <a:cs typeface="N27 Medium"/>
                <a:sym typeface="N27 Medium"/>
              </a:defRPr>
            </a:lvl1pPr>
          </a:lstStyle>
          <a:p>
            <a:pPr/>
            <a:r>
              <a:t>FAB25 Czechia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1FE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909;p98"/>
          <p:cNvSpPr txBox="1"/>
          <p:nvPr/>
        </p:nvSpPr>
        <p:spPr>
          <a:xfrm>
            <a:off x="467258" y="4426275"/>
            <a:ext cx="4511702" cy="34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>
            <a:normAutofit fontScale="100000" lnSpcReduction="0"/>
          </a:bodyPr>
          <a:lstStyle>
            <a:lvl1pPr>
              <a:lnSpc>
                <a:spcPct val="80000"/>
              </a:lnSpc>
              <a:defRPr i="1" sz="1600">
                <a:latin typeface="N27 Regular"/>
                <a:ea typeface="N27 Regular"/>
                <a:cs typeface="N27 Regular"/>
                <a:sym typeface="N27 Regular"/>
              </a:defRPr>
            </a:lvl1pPr>
          </a:lstStyle>
          <a:p>
            <a:pPr/>
            <a:r>
              <a:t>Projecte de transformació digital</a:t>
            </a:r>
          </a:p>
        </p:txBody>
      </p:sp>
      <p:sp>
        <p:nvSpPr>
          <p:cNvPr id="484" name="Google Shape;908;p98"/>
          <p:cNvSpPr txBox="1"/>
          <p:nvPr>
            <p:ph type="title"/>
          </p:nvPr>
        </p:nvSpPr>
        <p:spPr>
          <a:xfrm>
            <a:off x="391050" y="309824"/>
            <a:ext cx="7573799" cy="2123402"/>
          </a:xfrm>
          <a:prstGeom prst="rect">
            <a:avLst/>
          </a:prstGeom>
        </p:spPr>
        <p:txBody>
          <a:bodyPr/>
          <a:lstStyle>
            <a:lvl1pPr algn="l">
              <a:lnSpc>
                <a:spcPct val="80000"/>
              </a:lnSpc>
              <a:buSzTx/>
              <a:buNone/>
              <a:defRPr i="1" sz="3000">
                <a:latin typeface="N27 Medium"/>
                <a:ea typeface="N27 Medium"/>
                <a:cs typeface="N27 Medium"/>
                <a:sym typeface="N27 Medium"/>
              </a:defRPr>
            </a:lvl1pPr>
          </a:lstStyle>
          <a:p>
            <a:pPr/>
            <a:r>
              <a:t>Hora de treballar… Dubtes? Preguntes?</a:t>
            </a:r>
          </a:p>
        </p:txBody>
      </p:sp>
      <p:sp>
        <p:nvSpPr>
          <p:cNvPr id="485" name="Google Shape;910;p98"/>
          <p:cNvSpPr/>
          <p:nvPr/>
        </p:nvSpPr>
        <p:spPr>
          <a:xfrm>
            <a:off x="478280" y="4218552"/>
            <a:ext cx="8187302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" name="54662960384_ee7ef7cd21_k.jpg" descr="54662960384_ee7ef7cd21_k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55917" y="-512775"/>
            <a:ext cx="9255834" cy="6169050"/>
          </a:xfrm>
          <a:prstGeom prst="rect">
            <a:avLst/>
          </a:prstGeom>
          <a:ln w="12700">
            <a:miter lim="400000"/>
          </a:ln>
        </p:spPr>
      </p:pic>
      <p:sp>
        <p:nvSpPr>
          <p:cNvPr id="488" name="Google Shape;154;p39"/>
          <p:cNvSpPr/>
          <p:nvPr/>
        </p:nvSpPr>
        <p:spPr>
          <a:xfrm>
            <a:off x="-12994" y="-121787"/>
            <a:ext cx="9378300" cy="5498102"/>
          </a:xfrm>
          <a:prstGeom prst="rect">
            <a:avLst/>
          </a:prstGeom>
          <a:solidFill>
            <a:schemeClr val="accent2">
              <a:alpha val="50000"/>
            </a:schemeClr>
          </a:solidFill>
          <a:ln w="25400">
            <a:solidFill>
              <a:srgbClr val="181818">
                <a:alpha val="50000"/>
              </a:srgbClr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9" name="Google Shape;157;p39"/>
          <p:cNvSpPr/>
          <p:nvPr/>
        </p:nvSpPr>
        <p:spPr>
          <a:xfrm>
            <a:off x="482600" y="774700"/>
            <a:ext cx="8178900" cy="0"/>
          </a:xfrm>
          <a:prstGeom prst="line">
            <a:avLst/>
          </a:prstGeom>
          <a:ln w="127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90" name="Google Shape;155;p39"/>
          <p:cNvSpPr txBox="1"/>
          <p:nvPr/>
        </p:nvSpPr>
        <p:spPr>
          <a:xfrm>
            <a:off x="751403" y="456928"/>
            <a:ext cx="3681902" cy="349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>
            <a:normAutofit fontScale="100000" lnSpcReduction="0"/>
          </a:bodyPr>
          <a:lstStyle>
            <a:lvl1pPr>
              <a:defRPr i="1" sz="1500">
                <a:solidFill>
                  <a:srgbClr val="FFFFFF"/>
                </a:solidFill>
                <a:latin typeface="N27 Medium"/>
                <a:ea typeface="N27 Medium"/>
                <a:cs typeface="N27 Medium"/>
                <a:sym typeface="N27 Medium"/>
              </a:defRPr>
            </a:lvl1pPr>
          </a:lstStyle>
          <a:p>
            <a:pPr/>
            <a:r>
              <a:t>FMB0_1665</a:t>
            </a:r>
          </a:p>
        </p:txBody>
      </p:sp>
      <p:pic>
        <p:nvPicPr>
          <p:cNvPr id="491" name="Google Shape;158;p39" descr="Google Shape;158;p3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65433" y="473101"/>
            <a:ext cx="197163" cy="196229"/>
          </a:xfrm>
          <a:prstGeom prst="rect">
            <a:avLst/>
          </a:prstGeom>
          <a:ln w="12700">
            <a:miter lim="400000"/>
          </a:ln>
        </p:spPr>
      </p:pic>
      <p:sp>
        <p:nvSpPr>
          <p:cNvPr id="492" name="Google Shape;159;p39"/>
          <p:cNvSpPr txBox="1"/>
          <p:nvPr/>
        </p:nvSpPr>
        <p:spPr>
          <a:xfrm>
            <a:off x="7386346" y="277519"/>
            <a:ext cx="1231515" cy="19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>
            <a:normAutofit fontScale="100000" lnSpcReduction="0"/>
          </a:bodyPr>
          <a:lstStyle>
            <a:lvl1pPr algn="r">
              <a:defRPr sz="900">
                <a:solidFill>
                  <a:srgbClr val="FFFFFF"/>
                </a:solidFill>
                <a:latin typeface="N27 Bold"/>
                <a:ea typeface="N27 Bold"/>
                <a:cs typeface="N27 Bold"/>
                <a:sym typeface="N27 Bold"/>
              </a:defRPr>
            </a:lvl1pPr>
          </a:lstStyle>
          <a:p>
            <a:pPr/>
            <a:r>
              <a:t>Institut Pompeu Fabra</a:t>
            </a:r>
          </a:p>
        </p:txBody>
      </p:sp>
      <p:sp>
        <p:nvSpPr>
          <p:cNvPr id="493" name="Google Shape;479;p64"/>
          <p:cNvSpPr txBox="1"/>
          <p:nvPr/>
        </p:nvSpPr>
        <p:spPr>
          <a:xfrm>
            <a:off x="460925" y="1229625"/>
            <a:ext cx="7558200" cy="3060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b">
            <a:normAutofit fontScale="100000" lnSpcReduction="0"/>
          </a:bodyPr>
          <a:lstStyle/>
          <a:p>
            <a:pPr>
              <a:lnSpc>
                <a:spcPct val="80000"/>
              </a:lnSpc>
              <a:defRPr sz="43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Digitalització Aplicada al Sistema Productiu</a:t>
            </a:r>
            <a:br/>
            <a:r>
              <a:t> </a:t>
            </a:r>
            <a:endParaRPr sz="4700"/>
          </a:p>
          <a:p>
            <a:pPr>
              <a:lnSpc>
                <a:spcPct val="64000"/>
              </a:lnSpc>
              <a:defRPr i="1" sz="3000">
                <a:solidFill>
                  <a:srgbClr val="FFFFFF"/>
                </a:solidFill>
                <a:latin typeface="N27 Regular"/>
                <a:ea typeface="N27 Regular"/>
                <a:cs typeface="N27 Regular"/>
                <a:sym typeface="N27 Regular"/>
              </a:defRPr>
            </a:pPr>
            <a:r>
              <a:t>RA6 Classe 06</a:t>
            </a:r>
            <a:endParaRPr sz="3300"/>
          </a:p>
          <a:p>
            <a:pPr>
              <a:lnSpc>
                <a:spcPct val="64000"/>
              </a:lnSpc>
              <a:defRPr i="1" sz="33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</a:p>
          <a:p>
            <a:pPr>
              <a:lnSpc>
                <a:spcPct val="64000"/>
              </a:lnSpc>
              <a:defRPr i="1" sz="3000">
                <a:solidFill>
                  <a:srgbClr val="FFFFFF"/>
                </a:solidFill>
                <a:latin typeface="N27 Medium"/>
                <a:ea typeface="N27 Medium"/>
                <a:cs typeface="N27 Medium"/>
                <a:sym typeface="N27 Medium"/>
              </a:defRPr>
            </a:pPr>
            <a:r>
              <a:rPr sz="3300"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sz="3300"/>
              <a:t>rojecte de transformació digital</a:t>
            </a:r>
          </a:p>
        </p:txBody>
      </p:sp>
      <p:sp>
        <p:nvSpPr>
          <p:cNvPr id="494" name="Google Shape;993;p105"/>
          <p:cNvSpPr txBox="1"/>
          <p:nvPr/>
        </p:nvSpPr>
        <p:spPr>
          <a:xfrm>
            <a:off x="4268045" y="4822921"/>
            <a:ext cx="473126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>
            <a:spAutoFit/>
          </a:bodyPr>
          <a:lstStyle>
            <a:lvl1pPr algn="r">
              <a:defRPr i="1" sz="800">
                <a:solidFill>
                  <a:srgbClr val="FFFFFF"/>
                </a:solidFill>
                <a:latin typeface="N27 Medium"/>
                <a:ea typeface="N27 Medium"/>
                <a:cs typeface="N27 Medium"/>
                <a:sym typeface="N27 Medium"/>
              </a:defRPr>
            </a:lvl1pPr>
          </a:lstStyle>
          <a:p>
            <a:pPr/>
            <a:r>
              <a:t>FAB25 Czechia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1FE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909;p98"/>
          <p:cNvSpPr txBox="1"/>
          <p:nvPr/>
        </p:nvSpPr>
        <p:spPr>
          <a:xfrm>
            <a:off x="467258" y="4426275"/>
            <a:ext cx="4511702" cy="34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>
            <a:normAutofit fontScale="100000" lnSpcReduction="0"/>
          </a:bodyPr>
          <a:lstStyle>
            <a:lvl1pPr>
              <a:lnSpc>
                <a:spcPct val="80000"/>
              </a:lnSpc>
              <a:defRPr i="1" sz="1600">
                <a:latin typeface="N27 Regular"/>
                <a:ea typeface="N27 Regular"/>
                <a:cs typeface="N27 Regular"/>
                <a:sym typeface="N27 Regular"/>
              </a:defRPr>
            </a:lvl1pPr>
          </a:lstStyle>
          <a:p>
            <a:pPr/>
            <a:r>
              <a:t>Projecte de transformació digital</a:t>
            </a:r>
          </a:p>
        </p:txBody>
      </p:sp>
      <p:sp>
        <p:nvSpPr>
          <p:cNvPr id="497" name="Google Shape;908;p98"/>
          <p:cNvSpPr txBox="1"/>
          <p:nvPr>
            <p:ph type="title"/>
          </p:nvPr>
        </p:nvSpPr>
        <p:spPr>
          <a:xfrm>
            <a:off x="391050" y="309824"/>
            <a:ext cx="7573799" cy="2123402"/>
          </a:xfrm>
          <a:prstGeom prst="rect">
            <a:avLst/>
          </a:prstGeom>
        </p:spPr>
        <p:txBody>
          <a:bodyPr/>
          <a:lstStyle>
            <a:lvl1pPr algn="l">
              <a:lnSpc>
                <a:spcPct val="80000"/>
              </a:lnSpc>
              <a:buSzTx/>
              <a:buNone/>
              <a:defRPr i="1" sz="3000">
                <a:latin typeface="N27 Medium"/>
                <a:ea typeface="N27 Medium"/>
                <a:cs typeface="N27 Medium"/>
                <a:sym typeface="N27 Medium"/>
              </a:defRPr>
            </a:lvl1pPr>
          </a:lstStyle>
          <a:p>
            <a:pPr/>
            <a:r>
              <a:t>Hora de treballar… Dubtes? Preguntes?</a:t>
            </a:r>
          </a:p>
        </p:txBody>
      </p:sp>
      <p:sp>
        <p:nvSpPr>
          <p:cNvPr id="498" name="Google Shape;910;p98"/>
          <p:cNvSpPr/>
          <p:nvPr/>
        </p:nvSpPr>
        <p:spPr>
          <a:xfrm>
            <a:off x="478280" y="4218552"/>
            <a:ext cx="8187302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54662960384_ee7ef7cd21_k.jpg" descr="54662960384_ee7ef7cd21_k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55917" y="-512775"/>
            <a:ext cx="9255834" cy="6169050"/>
          </a:xfrm>
          <a:prstGeom prst="rect">
            <a:avLst/>
          </a:prstGeom>
          <a:ln w="12700">
            <a:miter lim="400000"/>
          </a:ln>
        </p:spPr>
      </p:pic>
      <p:sp>
        <p:nvSpPr>
          <p:cNvPr id="501" name="Google Shape;154;p39"/>
          <p:cNvSpPr/>
          <p:nvPr/>
        </p:nvSpPr>
        <p:spPr>
          <a:xfrm>
            <a:off x="-12994" y="-121787"/>
            <a:ext cx="9378300" cy="5498102"/>
          </a:xfrm>
          <a:prstGeom prst="rect">
            <a:avLst/>
          </a:prstGeom>
          <a:solidFill>
            <a:schemeClr val="accent2">
              <a:alpha val="50000"/>
            </a:schemeClr>
          </a:solidFill>
          <a:ln w="25400">
            <a:solidFill>
              <a:srgbClr val="181818">
                <a:alpha val="50000"/>
              </a:srgbClr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2" name="Google Shape;157;p39"/>
          <p:cNvSpPr/>
          <p:nvPr/>
        </p:nvSpPr>
        <p:spPr>
          <a:xfrm>
            <a:off x="482600" y="774700"/>
            <a:ext cx="8178900" cy="0"/>
          </a:xfrm>
          <a:prstGeom prst="line">
            <a:avLst/>
          </a:prstGeom>
          <a:ln w="127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03" name="Google Shape;155;p39"/>
          <p:cNvSpPr txBox="1"/>
          <p:nvPr/>
        </p:nvSpPr>
        <p:spPr>
          <a:xfrm>
            <a:off x="751403" y="456928"/>
            <a:ext cx="3681902" cy="349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>
            <a:normAutofit fontScale="100000" lnSpcReduction="0"/>
          </a:bodyPr>
          <a:lstStyle>
            <a:lvl1pPr>
              <a:defRPr i="1" sz="1500">
                <a:solidFill>
                  <a:srgbClr val="FFFFFF"/>
                </a:solidFill>
                <a:latin typeface="N27 Medium"/>
                <a:ea typeface="N27 Medium"/>
                <a:cs typeface="N27 Medium"/>
                <a:sym typeface="N27 Medium"/>
              </a:defRPr>
            </a:lvl1pPr>
          </a:lstStyle>
          <a:p>
            <a:pPr/>
            <a:r>
              <a:t>FMB0_1665</a:t>
            </a:r>
          </a:p>
        </p:txBody>
      </p:sp>
      <p:pic>
        <p:nvPicPr>
          <p:cNvPr id="504" name="Google Shape;158;p39" descr="Google Shape;158;p3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65433" y="473101"/>
            <a:ext cx="197163" cy="196229"/>
          </a:xfrm>
          <a:prstGeom prst="rect">
            <a:avLst/>
          </a:prstGeom>
          <a:ln w="12700">
            <a:miter lim="400000"/>
          </a:ln>
        </p:spPr>
      </p:pic>
      <p:sp>
        <p:nvSpPr>
          <p:cNvPr id="505" name="Google Shape;159;p39"/>
          <p:cNvSpPr txBox="1"/>
          <p:nvPr/>
        </p:nvSpPr>
        <p:spPr>
          <a:xfrm>
            <a:off x="7386346" y="277519"/>
            <a:ext cx="1231515" cy="19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>
            <a:normAutofit fontScale="100000" lnSpcReduction="0"/>
          </a:bodyPr>
          <a:lstStyle>
            <a:lvl1pPr algn="r">
              <a:defRPr sz="900">
                <a:solidFill>
                  <a:srgbClr val="FFFFFF"/>
                </a:solidFill>
                <a:latin typeface="N27 Bold"/>
                <a:ea typeface="N27 Bold"/>
                <a:cs typeface="N27 Bold"/>
                <a:sym typeface="N27 Bold"/>
              </a:defRPr>
            </a:lvl1pPr>
          </a:lstStyle>
          <a:p>
            <a:pPr/>
            <a:r>
              <a:t>Institut Pompeu Fabra</a:t>
            </a:r>
          </a:p>
        </p:txBody>
      </p:sp>
      <p:sp>
        <p:nvSpPr>
          <p:cNvPr id="506" name="Google Shape;479;p64"/>
          <p:cNvSpPr txBox="1"/>
          <p:nvPr/>
        </p:nvSpPr>
        <p:spPr>
          <a:xfrm>
            <a:off x="460925" y="1229625"/>
            <a:ext cx="7558200" cy="3060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b">
            <a:normAutofit fontScale="100000" lnSpcReduction="0"/>
          </a:bodyPr>
          <a:lstStyle/>
          <a:p>
            <a:pPr>
              <a:lnSpc>
                <a:spcPct val="80000"/>
              </a:lnSpc>
              <a:defRPr sz="43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Digitalització Aplicada al Sistema Productiu</a:t>
            </a:r>
            <a:br/>
            <a:r>
              <a:t> </a:t>
            </a:r>
            <a:endParaRPr sz="4700"/>
          </a:p>
          <a:p>
            <a:pPr>
              <a:lnSpc>
                <a:spcPct val="64000"/>
              </a:lnSpc>
              <a:defRPr i="1" sz="3000">
                <a:solidFill>
                  <a:srgbClr val="FFFFFF"/>
                </a:solidFill>
                <a:latin typeface="N27 Regular"/>
                <a:ea typeface="N27 Regular"/>
                <a:cs typeface="N27 Regular"/>
                <a:sym typeface="N27 Regular"/>
              </a:defRPr>
            </a:pPr>
            <a:r>
              <a:t>RA6 Classe 07</a:t>
            </a:r>
            <a:endParaRPr sz="3300"/>
          </a:p>
          <a:p>
            <a:pPr>
              <a:lnSpc>
                <a:spcPct val="64000"/>
              </a:lnSpc>
              <a:defRPr i="1" sz="33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</a:p>
          <a:p>
            <a:pPr>
              <a:lnSpc>
                <a:spcPct val="64000"/>
              </a:lnSpc>
              <a:defRPr i="1" sz="3000">
                <a:solidFill>
                  <a:srgbClr val="FFFFFF"/>
                </a:solidFill>
                <a:latin typeface="N27 Medium"/>
                <a:ea typeface="N27 Medium"/>
                <a:cs typeface="N27 Medium"/>
                <a:sym typeface="N27 Medium"/>
              </a:defRPr>
            </a:pPr>
            <a:r>
              <a:rPr sz="3300"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sz="3300"/>
              <a:t>rojecte de transformació digital</a:t>
            </a:r>
          </a:p>
        </p:txBody>
      </p:sp>
      <p:sp>
        <p:nvSpPr>
          <p:cNvPr id="507" name="Google Shape;993;p105"/>
          <p:cNvSpPr txBox="1"/>
          <p:nvPr/>
        </p:nvSpPr>
        <p:spPr>
          <a:xfrm>
            <a:off x="4268045" y="4822921"/>
            <a:ext cx="473126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>
            <a:spAutoFit/>
          </a:bodyPr>
          <a:lstStyle>
            <a:lvl1pPr algn="r">
              <a:defRPr i="1" sz="800">
                <a:solidFill>
                  <a:srgbClr val="FFFFFF"/>
                </a:solidFill>
                <a:latin typeface="N27 Medium"/>
                <a:ea typeface="N27 Medium"/>
                <a:cs typeface="N27 Medium"/>
                <a:sym typeface="N27 Medium"/>
              </a:defRPr>
            </a:lvl1pPr>
          </a:lstStyle>
          <a:p>
            <a:pPr/>
            <a:r>
              <a:t>FAB25 Czechia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1FE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909;p98"/>
          <p:cNvSpPr txBox="1"/>
          <p:nvPr/>
        </p:nvSpPr>
        <p:spPr>
          <a:xfrm>
            <a:off x="467258" y="4426275"/>
            <a:ext cx="4511702" cy="34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>
            <a:normAutofit fontScale="100000" lnSpcReduction="0"/>
          </a:bodyPr>
          <a:lstStyle>
            <a:lvl1pPr>
              <a:lnSpc>
                <a:spcPct val="80000"/>
              </a:lnSpc>
              <a:defRPr i="1" sz="1600">
                <a:latin typeface="N27 Regular"/>
                <a:ea typeface="N27 Regular"/>
                <a:cs typeface="N27 Regular"/>
                <a:sym typeface="N27 Regular"/>
              </a:defRPr>
            </a:lvl1pPr>
          </a:lstStyle>
          <a:p>
            <a:pPr/>
            <a:r>
              <a:t>Projecte de transformació digital</a:t>
            </a:r>
          </a:p>
        </p:txBody>
      </p:sp>
      <p:sp>
        <p:nvSpPr>
          <p:cNvPr id="510" name="Google Shape;908;p98"/>
          <p:cNvSpPr txBox="1"/>
          <p:nvPr>
            <p:ph type="title"/>
          </p:nvPr>
        </p:nvSpPr>
        <p:spPr>
          <a:xfrm>
            <a:off x="391050" y="309824"/>
            <a:ext cx="7573799" cy="2123402"/>
          </a:xfrm>
          <a:prstGeom prst="rect">
            <a:avLst/>
          </a:prstGeom>
        </p:spPr>
        <p:txBody>
          <a:bodyPr/>
          <a:lstStyle>
            <a:lvl1pPr algn="l">
              <a:lnSpc>
                <a:spcPct val="80000"/>
              </a:lnSpc>
              <a:buSzTx/>
              <a:buNone/>
              <a:defRPr i="1" sz="3000">
                <a:latin typeface="N27 Medium"/>
                <a:ea typeface="N27 Medium"/>
                <a:cs typeface="N27 Medium"/>
                <a:sym typeface="N27 Medium"/>
              </a:defRPr>
            </a:lvl1pPr>
          </a:lstStyle>
          <a:p>
            <a:pPr/>
            <a:r>
              <a:t>Hora de treballar… Dubtes? Preguntes?</a:t>
            </a:r>
          </a:p>
        </p:txBody>
      </p:sp>
      <p:sp>
        <p:nvSpPr>
          <p:cNvPr id="511" name="Google Shape;910;p98"/>
          <p:cNvSpPr/>
          <p:nvPr/>
        </p:nvSpPr>
        <p:spPr>
          <a:xfrm>
            <a:off x="478280" y="4218552"/>
            <a:ext cx="8187302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" name="54662960384_ee7ef7cd21_k.jpg" descr="54662960384_ee7ef7cd21_k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55917" y="-512775"/>
            <a:ext cx="9255834" cy="6169050"/>
          </a:xfrm>
          <a:prstGeom prst="rect">
            <a:avLst/>
          </a:prstGeom>
          <a:ln w="12700">
            <a:miter lim="400000"/>
          </a:ln>
        </p:spPr>
      </p:pic>
      <p:sp>
        <p:nvSpPr>
          <p:cNvPr id="514" name="Google Shape;154;p39"/>
          <p:cNvSpPr/>
          <p:nvPr/>
        </p:nvSpPr>
        <p:spPr>
          <a:xfrm>
            <a:off x="-12994" y="-121787"/>
            <a:ext cx="9378300" cy="5498102"/>
          </a:xfrm>
          <a:prstGeom prst="rect">
            <a:avLst/>
          </a:prstGeom>
          <a:solidFill>
            <a:schemeClr val="accent2">
              <a:alpha val="50000"/>
            </a:schemeClr>
          </a:solidFill>
          <a:ln w="25400">
            <a:solidFill>
              <a:srgbClr val="181818">
                <a:alpha val="50000"/>
              </a:srgbClr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5" name="Google Shape;157;p39"/>
          <p:cNvSpPr/>
          <p:nvPr/>
        </p:nvSpPr>
        <p:spPr>
          <a:xfrm>
            <a:off x="482600" y="774700"/>
            <a:ext cx="8178900" cy="0"/>
          </a:xfrm>
          <a:prstGeom prst="line">
            <a:avLst/>
          </a:prstGeom>
          <a:ln w="127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16" name="Google Shape;155;p39"/>
          <p:cNvSpPr txBox="1"/>
          <p:nvPr/>
        </p:nvSpPr>
        <p:spPr>
          <a:xfrm>
            <a:off x="751403" y="456928"/>
            <a:ext cx="3681902" cy="349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>
            <a:normAutofit fontScale="100000" lnSpcReduction="0"/>
          </a:bodyPr>
          <a:lstStyle>
            <a:lvl1pPr>
              <a:defRPr i="1" sz="1500">
                <a:solidFill>
                  <a:srgbClr val="FFFFFF"/>
                </a:solidFill>
                <a:latin typeface="N27 Medium"/>
                <a:ea typeface="N27 Medium"/>
                <a:cs typeface="N27 Medium"/>
                <a:sym typeface="N27 Medium"/>
              </a:defRPr>
            </a:lvl1pPr>
          </a:lstStyle>
          <a:p>
            <a:pPr/>
            <a:r>
              <a:t>FMB0_1665</a:t>
            </a:r>
          </a:p>
        </p:txBody>
      </p:sp>
      <p:pic>
        <p:nvPicPr>
          <p:cNvPr id="517" name="Google Shape;158;p39" descr="Google Shape;158;p3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65433" y="473101"/>
            <a:ext cx="197163" cy="196229"/>
          </a:xfrm>
          <a:prstGeom prst="rect">
            <a:avLst/>
          </a:prstGeom>
          <a:ln w="12700">
            <a:miter lim="400000"/>
          </a:ln>
        </p:spPr>
      </p:pic>
      <p:sp>
        <p:nvSpPr>
          <p:cNvPr id="518" name="Google Shape;159;p39"/>
          <p:cNvSpPr txBox="1"/>
          <p:nvPr/>
        </p:nvSpPr>
        <p:spPr>
          <a:xfrm>
            <a:off x="7386346" y="277519"/>
            <a:ext cx="1231515" cy="19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>
            <a:normAutofit fontScale="100000" lnSpcReduction="0"/>
          </a:bodyPr>
          <a:lstStyle>
            <a:lvl1pPr algn="r">
              <a:defRPr sz="900">
                <a:solidFill>
                  <a:srgbClr val="FFFFFF"/>
                </a:solidFill>
                <a:latin typeface="N27 Bold"/>
                <a:ea typeface="N27 Bold"/>
                <a:cs typeface="N27 Bold"/>
                <a:sym typeface="N27 Bold"/>
              </a:defRPr>
            </a:lvl1pPr>
          </a:lstStyle>
          <a:p>
            <a:pPr/>
            <a:r>
              <a:t>Institut Pompeu Fabra</a:t>
            </a:r>
          </a:p>
        </p:txBody>
      </p:sp>
      <p:sp>
        <p:nvSpPr>
          <p:cNvPr id="519" name="Google Shape;479;p64"/>
          <p:cNvSpPr txBox="1"/>
          <p:nvPr/>
        </p:nvSpPr>
        <p:spPr>
          <a:xfrm>
            <a:off x="460925" y="1229625"/>
            <a:ext cx="7558200" cy="3060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 anchor="b">
            <a:normAutofit fontScale="100000" lnSpcReduction="0"/>
          </a:bodyPr>
          <a:lstStyle/>
          <a:p>
            <a:pPr>
              <a:lnSpc>
                <a:spcPct val="80000"/>
              </a:lnSpc>
              <a:defRPr sz="43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Digitalització Aplicada al Sistema Productiu</a:t>
            </a:r>
            <a:br/>
            <a:r>
              <a:t> </a:t>
            </a:r>
            <a:endParaRPr sz="4700"/>
          </a:p>
          <a:p>
            <a:pPr>
              <a:lnSpc>
                <a:spcPct val="64000"/>
              </a:lnSpc>
              <a:defRPr i="1" sz="3000">
                <a:solidFill>
                  <a:srgbClr val="FFFFFF"/>
                </a:solidFill>
                <a:latin typeface="N27 Regular"/>
                <a:ea typeface="N27 Regular"/>
                <a:cs typeface="N27 Regular"/>
                <a:sym typeface="N27 Regular"/>
              </a:defRPr>
            </a:pPr>
            <a:r>
              <a:t>RA6 Classe 08</a:t>
            </a:r>
            <a:endParaRPr sz="3300"/>
          </a:p>
          <a:p>
            <a:pPr>
              <a:lnSpc>
                <a:spcPct val="64000"/>
              </a:lnSpc>
              <a:defRPr i="1" sz="33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</a:p>
          <a:p>
            <a:pPr>
              <a:lnSpc>
                <a:spcPct val="64000"/>
              </a:lnSpc>
              <a:defRPr i="1" sz="3000">
                <a:solidFill>
                  <a:srgbClr val="FFFFFF"/>
                </a:solidFill>
                <a:latin typeface="N27 Medium"/>
                <a:ea typeface="N27 Medium"/>
                <a:cs typeface="N27 Medium"/>
                <a:sym typeface="N27 Medium"/>
              </a:defRPr>
            </a:pPr>
            <a:r>
              <a:rPr sz="3300"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sz="3300"/>
              <a:t>rojecte de transformació digital</a:t>
            </a:r>
          </a:p>
        </p:txBody>
      </p:sp>
      <p:sp>
        <p:nvSpPr>
          <p:cNvPr id="520" name="Google Shape;993;p105"/>
          <p:cNvSpPr txBox="1"/>
          <p:nvPr/>
        </p:nvSpPr>
        <p:spPr>
          <a:xfrm>
            <a:off x="4268045" y="4822921"/>
            <a:ext cx="473126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>
            <a:spAutoFit/>
          </a:bodyPr>
          <a:lstStyle>
            <a:lvl1pPr algn="r">
              <a:defRPr i="1" sz="800">
                <a:solidFill>
                  <a:srgbClr val="FFFFFF"/>
                </a:solidFill>
                <a:latin typeface="N27 Medium"/>
                <a:ea typeface="N27 Medium"/>
                <a:cs typeface="N27 Medium"/>
                <a:sym typeface="N27 Medium"/>
              </a:defRPr>
            </a:lvl1pPr>
          </a:lstStyle>
          <a:p>
            <a:pPr/>
            <a:r>
              <a:t>FAB25 Czechia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B63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909;p98"/>
          <p:cNvSpPr txBox="1"/>
          <p:nvPr/>
        </p:nvSpPr>
        <p:spPr>
          <a:xfrm>
            <a:off x="467258" y="4426275"/>
            <a:ext cx="4511702" cy="34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050" tIns="19050" rIns="19050" bIns="19050">
            <a:normAutofit fontScale="100000" lnSpcReduction="0"/>
          </a:bodyPr>
          <a:lstStyle>
            <a:lvl1pPr>
              <a:lnSpc>
                <a:spcPct val="80000"/>
              </a:lnSpc>
              <a:defRPr i="1" sz="1600">
                <a:latin typeface="N27 Regular"/>
                <a:ea typeface="N27 Regular"/>
                <a:cs typeface="N27 Regular"/>
                <a:sym typeface="N27 Regular"/>
              </a:defRPr>
            </a:lvl1pPr>
          </a:lstStyle>
          <a:p>
            <a:pPr/>
            <a:r>
              <a:t>Projecte de transformació digital</a:t>
            </a:r>
          </a:p>
        </p:txBody>
      </p:sp>
      <p:sp>
        <p:nvSpPr>
          <p:cNvPr id="523" name="Google Shape;908;p98"/>
          <p:cNvSpPr txBox="1"/>
          <p:nvPr>
            <p:ph type="title"/>
          </p:nvPr>
        </p:nvSpPr>
        <p:spPr>
          <a:xfrm>
            <a:off x="391050" y="660856"/>
            <a:ext cx="7573799" cy="2123401"/>
          </a:xfrm>
          <a:prstGeom prst="rect">
            <a:avLst/>
          </a:prstGeom>
        </p:spPr>
        <p:txBody>
          <a:bodyPr/>
          <a:lstStyle/>
          <a:p>
            <a:pPr lvl="1">
              <a:lnSpc>
                <a:spcPct val="80000"/>
              </a:lnSpc>
              <a:buClr>
                <a:srgbClr val="000000"/>
              </a:buClr>
              <a:buFont typeface="Arial"/>
              <a:defRPr i="1" sz="3000">
                <a:latin typeface="N27 Medium"/>
                <a:ea typeface="N27 Medium"/>
                <a:cs typeface="N27 Medium"/>
                <a:sym typeface="N27 Medium"/>
              </a:defRPr>
            </a:pPr>
            <a:r>
              <a:t>Presentacions: Es demana respecte pel treball dels companys i companyes i atenció a les seues presentacions.</a:t>
            </a:r>
          </a:p>
        </p:txBody>
      </p:sp>
      <p:sp>
        <p:nvSpPr>
          <p:cNvPr id="524" name="Google Shape;910;p98"/>
          <p:cNvSpPr/>
          <p:nvPr/>
        </p:nvSpPr>
        <p:spPr>
          <a:xfrm>
            <a:off x="478280" y="4218552"/>
            <a:ext cx="8187302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